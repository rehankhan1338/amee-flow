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15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2D1DB5E-8BFD-401B-8CDE-53581B1FD48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DADF242A-8259-4010-858C-09E6BA5C94DC}">
      <dgm:prSet/>
      <dgm:spPr/>
      <dgm:t>
        <a:bodyPr/>
        <a:lstStyle/>
        <a:p>
          <a:r>
            <a:rPr lang="en-US"/>
            <a:t>This year's focus: ISLOs being assessed across the campus </a:t>
          </a:r>
        </a:p>
      </dgm:t>
    </dgm:pt>
    <dgm:pt modelId="{F5E1A950-976F-4BF9-A4DA-B3370285EDF9}" type="parTrans" cxnId="{26BF9426-8AA5-4408-966F-EACA3F107ACB}">
      <dgm:prSet/>
      <dgm:spPr/>
      <dgm:t>
        <a:bodyPr/>
        <a:lstStyle/>
        <a:p>
          <a:endParaRPr lang="en-US"/>
        </a:p>
      </dgm:t>
    </dgm:pt>
    <dgm:pt modelId="{4F07B8E4-CAF1-45E2-AD38-3DA1853B5C67}" type="sibTrans" cxnId="{26BF9426-8AA5-4408-966F-EACA3F107ACB}">
      <dgm:prSet/>
      <dgm:spPr/>
      <dgm:t>
        <a:bodyPr/>
        <a:lstStyle/>
        <a:p>
          <a:endParaRPr lang="en-US"/>
        </a:p>
      </dgm:t>
    </dgm:pt>
    <dgm:pt modelId="{79D80CDC-2C67-49C9-AD4A-85BE22961172}">
      <dgm:prSet/>
      <dgm:spPr/>
      <dgm:t>
        <a:bodyPr/>
        <a:lstStyle/>
        <a:p>
          <a:r>
            <a:rPr lang="en-US"/>
            <a:t>ILO 2 Communication Written, </a:t>
          </a:r>
        </a:p>
      </dgm:t>
    </dgm:pt>
    <dgm:pt modelId="{053FFA9D-81CD-4675-B65B-182031C3C881}" type="parTrans" cxnId="{F96E0790-4673-422C-A4D4-D75B5888BBFC}">
      <dgm:prSet/>
      <dgm:spPr/>
      <dgm:t>
        <a:bodyPr/>
        <a:lstStyle/>
        <a:p>
          <a:endParaRPr lang="en-US"/>
        </a:p>
      </dgm:t>
    </dgm:pt>
    <dgm:pt modelId="{109F9D0E-9A28-42FA-A15A-3FCFD6949372}" type="sibTrans" cxnId="{F96E0790-4673-422C-A4D4-D75B5888BBFC}">
      <dgm:prSet/>
      <dgm:spPr/>
      <dgm:t>
        <a:bodyPr/>
        <a:lstStyle/>
        <a:p>
          <a:endParaRPr lang="en-US"/>
        </a:p>
      </dgm:t>
    </dgm:pt>
    <dgm:pt modelId="{6C96E656-9A6F-432A-966E-9A544DCA8F09}">
      <dgm:prSet/>
      <dgm:spPr/>
      <dgm:t>
        <a:bodyPr/>
        <a:lstStyle/>
        <a:p>
          <a:r>
            <a:rPr lang="en-US"/>
            <a:t>ILO 6 Information Literacy, and </a:t>
          </a:r>
        </a:p>
      </dgm:t>
    </dgm:pt>
    <dgm:pt modelId="{DD9C2129-A6D0-42D4-9BA4-F3C9DE020C0A}" type="parTrans" cxnId="{426B5B6E-4A00-48B4-ACB7-B546D26344A1}">
      <dgm:prSet/>
      <dgm:spPr/>
      <dgm:t>
        <a:bodyPr/>
        <a:lstStyle/>
        <a:p>
          <a:endParaRPr lang="en-US"/>
        </a:p>
      </dgm:t>
    </dgm:pt>
    <dgm:pt modelId="{788804A2-2FBF-4FEB-AD6B-08EC8E730710}" type="sibTrans" cxnId="{426B5B6E-4A00-48B4-ACB7-B546D26344A1}">
      <dgm:prSet/>
      <dgm:spPr/>
      <dgm:t>
        <a:bodyPr/>
        <a:lstStyle/>
        <a:p>
          <a:endParaRPr lang="en-US"/>
        </a:p>
      </dgm:t>
    </dgm:pt>
    <dgm:pt modelId="{857B3E82-93E7-4FF6-8493-0334A5F1E5AA}">
      <dgm:prSet/>
      <dgm:spPr/>
      <dgm:t>
        <a:bodyPr/>
        <a:lstStyle/>
        <a:p>
          <a:r>
            <a:rPr lang="en-US"/>
            <a:t>GILO 3 Disposition/Ethics</a:t>
          </a:r>
        </a:p>
      </dgm:t>
    </dgm:pt>
    <dgm:pt modelId="{21895942-0C9B-4AD1-A668-E6CC0003EB40}" type="parTrans" cxnId="{DE7B74D4-1D58-407F-9F32-85EFB1D0D650}">
      <dgm:prSet/>
      <dgm:spPr/>
      <dgm:t>
        <a:bodyPr/>
        <a:lstStyle/>
        <a:p>
          <a:endParaRPr lang="en-US"/>
        </a:p>
      </dgm:t>
    </dgm:pt>
    <dgm:pt modelId="{3E9823B5-DF76-4DD3-A163-4A1F100646E1}" type="sibTrans" cxnId="{DE7B74D4-1D58-407F-9F32-85EFB1D0D650}">
      <dgm:prSet/>
      <dgm:spPr/>
      <dgm:t>
        <a:bodyPr/>
        <a:lstStyle/>
        <a:p>
          <a:endParaRPr lang="en-US"/>
        </a:p>
      </dgm:t>
    </dgm:pt>
    <dgm:pt modelId="{B0C618BE-CE83-4C49-BDDD-16D89FDCD12B}">
      <dgm:prSet/>
      <dgm:spPr/>
      <dgm:t>
        <a:bodyPr/>
        <a:lstStyle/>
        <a:p>
          <a:r>
            <a:rPr lang="en-US"/>
            <a:t>PSLOs are available for departments wishing to assess program outcomes</a:t>
          </a:r>
        </a:p>
      </dgm:t>
    </dgm:pt>
    <dgm:pt modelId="{8528C3C1-3D74-4B4C-9B44-B36F44519520}" type="parTrans" cxnId="{EE658543-F566-488F-8F00-A3D195A504F5}">
      <dgm:prSet/>
      <dgm:spPr/>
      <dgm:t>
        <a:bodyPr/>
        <a:lstStyle/>
        <a:p>
          <a:endParaRPr lang="en-US"/>
        </a:p>
      </dgm:t>
    </dgm:pt>
    <dgm:pt modelId="{19D429C3-1717-447B-BAA1-8C2D124289D4}" type="sibTrans" cxnId="{EE658543-F566-488F-8F00-A3D195A504F5}">
      <dgm:prSet/>
      <dgm:spPr/>
      <dgm:t>
        <a:bodyPr/>
        <a:lstStyle/>
        <a:p>
          <a:endParaRPr lang="en-US"/>
        </a:p>
      </dgm:t>
    </dgm:pt>
    <dgm:pt modelId="{C8B62C3F-95F5-412F-8B89-94F1D37CAB46}">
      <dgm:prSet/>
      <dgm:spPr/>
      <dgm:t>
        <a:bodyPr/>
        <a:lstStyle/>
        <a:p>
          <a:r>
            <a:rPr lang="en-US"/>
            <a:t>Departments should ensure alignment maps are up to date before starting.</a:t>
          </a:r>
        </a:p>
      </dgm:t>
    </dgm:pt>
    <dgm:pt modelId="{2FF165F7-0177-4A62-86C2-48B84E2A9D16}" type="parTrans" cxnId="{1A1A4DBC-0775-45C5-9223-C58D96C3B4C1}">
      <dgm:prSet/>
      <dgm:spPr/>
      <dgm:t>
        <a:bodyPr/>
        <a:lstStyle/>
        <a:p>
          <a:endParaRPr lang="en-US"/>
        </a:p>
      </dgm:t>
    </dgm:pt>
    <dgm:pt modelId="{EA448F35-193D-4ED5-AA87-44314BC8C0D9}" type="sibTrans" cxnId="{1A1A4DBC-0775-45C5-9223-C58D96C3B4C1}">
      <dgm:prSet/>
      <dgm:spPr/>
      <dgm:t>
        <a:bodyPr/>
        <a:lstStyle/>
        <a:p>
          <a:endParaRPr lang="en-US"/>
        </a:p>
      </dgm:t>
    </dgm:pt>
    <dgm:pt modelId="{9B8A98B9-03C4-41A8-9D60-80B5894C09F5}" type="pres">
      <dgm:prSet presAssocID="{A2D1DB5E-8BFD-401B-8CDE-53581B1FD48F}" presName="root" presStyleCnt="0">
        <dgm:presLayoutVars>
          <dgm:dir/>
          <dgm:resizeHandles val="exact"/>
        </dgm:presLayoutVars>
      </dgm:prSet>
      <dgm:spPr/>
    </dgm:pt>
    <dgm:pt modelId="{D5502C42-C1EA-4506-B890-C89AD7F8406C}" type="pres">
      <dgm:prSet presAssocID="{DADF242A-8259-4010-858C-09E6BA5C94DC}" presName="compNode" presStyleCnt="0"/>
      <dgm:spPr/>
    </dgm:pt>
    <dgm:pt modelId="{A4825FBB-A09E-460D-9ECE-5FBE94548BAD}" type="pres">
      <dgm:prSet presAssocID="{DADF242A-8259-4010-858C-09E6BA5C94DC}" presName="bgRect" presStyleLbl="bgShp" presStyleIdx="0" presStyleCnt="3"/>
      <dgm:spPr/>
    </dgm:pt>
    <dgm:pt modelId="{9DE4492B-32B2-4C72-AAFF-D1229456D739}" type="pres">
      <dgm:prSet presAssocID="{DADF242A-8259-4010-858C-09E6BA5C94D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F0B3B244-F06D-441D-B035-282AFEAE7348}" type="pres">
      <dgm:prSet presAssocID="{DADF242A-8259-4010-858C-09E6BA5C94DC}" presName="spaceRect" presStyleCnt="0"/>
      <dgm:spPr/>
    </dgm:pt>
    <dgm:pt modelId="{CB10BA47-1D7B-4E04-A181-8A20B1949F91}" type="pres">
      <dgm:prSet presAssocID="{DADF242A-8259-4010-858C-09E6BA5C94DC}" presName="parTx" presStyleLbl="revTx" presStyleIdx="0" presStyleCnt="4">
        <dgm:presLayoutVars>
          <dgm:chMax val="0"/>
          <dgm:chPref val="0"/>
        </dgm:presLayoutVars>
      </dgm:prSet>
      <dgm:spPr/>
    </dgm:pt>
    <dgm:pt modelId="{55DD8D10-7AEC-4D98-993D-E65752F89746}" type="pres">
      <dgm:prSet presAssocID="{DADF242A-8259-4010-858C-09E6BA5C94DC}" presName="desTx" presStyleLbl="revTx" presStyleIdx="1" presStyleCnt="4">
        <dgm:presLayoutVars/>
      </dgm:prSet>
      <dgm:spPr/>
    </dgm:pt>
    <dgm:pt modelId="{9E7EA11B-A690-4522-B2D4-CAA52266AD4D}" type="pres">
      <dgm:prSet presAssocID="{4F07B8E4-CAF1-45E2-AD38-3DA1853B5C67}" presName="sibTrans" presStyleCnt="0"/>
      <dgm:spPr/>
    </dgm:pt>
    <dgm:pt modelId="{B5393E1C-160C-465B-AA93-8A54F3B28296}" type="pres">
      <dgm:prSet presAssocID="{B0C618BE-CE83-4C49-BDDD-16D89FDCD12B}" presName="compNode" presStyleCnt="0"/>
      <dgm:spPr/>
    </dgm:pt>
    <dgm:pt modelId="{EC85D748-2933-4536-BA45-FD4018371B7A}" type="pres">
      <dgm:prSet presAssocID="{B0C618BE-CE83-4C49-BDDD-16D89FDCD12B}" presName="bgRect" presStyleLbl="bgShp" presStyleIdx="1" presStyleCnt="3"/>
      <dgm:spPr/>
    </dgm:pt>
    <dgm:pt modelId="{6FD7D2FD-7B3E-402B-AF11-2BF83B9DEF60}" type="pres">
      <dgm:prSet presAssocID="{B0C618BE-CE83-4C49-BDDD-16D89FDCD12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90B8D7A2-A730-4D7F-A456-0A518539E013}" type="pres">
      <dgm:prSet presAssocID="{B0C618BE-CE83-4C49-BDDD-16D89FDCD12B}" presName="spaceRect" presStyleCnt="0"/>
      <dgm:spPr/>
    </dgm:pt>
    <dgm:pt modelId="{154646DA-8E1D-45C6-A10C-91E6E688B282}" type="pres">
      <dgm:prSet presAssocID="{B0C618BE-CE83-4C49-BDDD-16D89FDCD12B}" presName="parTx" presStyleLbl="revTx" presStyleIdx="2" presStyleCnt="4">
        <dgm:presLayoutVars>
          <dgm:chMax val="0"/>
          <dgm:chPref val="0"/>
        </dgm:presLayoutVars>
      </dgm:prSet>
      <dgm:spPr/>
    </dgm:pt>
    <dgm:pt modelId="{3A30C286-DBA5-46D3-B595-9749CC7B9816}" type="pres">
      <dgm:prSet presAssocID="{19D429C3-1717-447B-BAA1-8C2D124289D4}" presName="sibTrans" presStyleCnt="0"/>
      <dgm:spPr/>
    </dgm:pt>
    <dgm:pt modelId="{CE94F1F7-8FA0-4917-9363-D32B26C7B1C0}" type="pres">
      <dgm:prSet presAssocID="{C8B62C3F-95F5-412F-8B89-94F1D37CAB46}" presName="compNode" presStyleCnt="0"/>
      <dgm:spPr/>
    </dgm:pt>
    <dgm:pt modelId="{7B429F3F-E166-4ECA-B952-77186BE65E13}" type="pres">
      <dgm:prSet presAssocID="{C8B62C3F-95F5-412F-8B89-94F1D37CAB46}" presName="bgRect" presStyleLbl="bgShp" presStyleIdx="2" presStyleCnt="3"/>
      <dgm:spPr/>
    </dgm:pt>
    <dgm:pt modelId="{15E9A73C-9464-4ECD-90AB-C554220D9FF4}" type="pres">
      <dgm:prSet presAssocID="{C8B62C3F-95F5-412F-8B89-94F1D37CAB4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61DC3EBD-5C91-4087-B662-AF1C79A7A807}" type="pres">
      <dgm:prSet presAssocID="{C8B62C3F-95F5-412F-8B89-94F1D37CAB46}" presName="spaceRect" presStyleCnt="0"/>
      <dgm:spPr/>
    </dgm:pt>
    <dgm:pt modelId="{48BFCCBD-0764-4100-9641-E29995F55C0F}" type="pres">
      <dgm:prSet presAssocID="{C8B62C3F-95F5-412F-8B89-94F1D37CAB4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5AC02906-4210-49A8-B9A7-01E520106C7C}" type="presOf" srcId="{79D80CDC-2C67-49C9-AD4A-85BE22961172}" destId="{55DD8D10-7AEC-4D98-993D-E65752F89746}" srcOrd="0" destOrd="0" presId="urn:microsoft.com/office/officeart/2018/2/layout/IconVerticalSolidList"/>
    <dgm:cxn modelId="{A8480D0C-ACC8-483B-82B9-89BB34324F15}" type="presOf" srcId="{DADF242A-8259-4010-858C-09E6BA5C94DC}" destId="{CB10BA47-1D7B-4E04-A181-8A20B1949F91}" srcOrd="0" destOrd="0" presId="urn:microsoft.com/office/officeart/2018/2/layout/IconVerticalSolidList"/>
    <dgm:cxn modelId="{26BF9426-8AA5-4408-966F-EACA3F107ACB}" srcId="{A2D1DB5E-8BFD-401B-8CDE-53581B1FD48F}" destId="{DADF242A-8259-4010-858C-09E6BA5C94DC}" srcOrd="0" destOrd="0" parTransId="{F5E1A950-976F-4BF9-A4DA-B3370285EDF9}" sibTransId="{4F07B8E4-CAF1-45E2-AD38-3DA1853B5C67}"/>
    <dgm:cxn modelId="{EE658543-F566-488F-8F00-A3D195A504F5}" srcId="{A2D1DB5E-8BFD-401B-8CDE-53581B1FD48F}" destId="{B0C618BE-CE83-4C49-BDDD-16D89FDCD12B}" srcOrd="1" destOrd="0" parTransId="{8528C3C1-3D74-4B4C-9B44-B36F44519520}" sibTransId="{19D429C3-1717-447B-BAA1-8C2D124289D4}"/>
    <dgm:cxn modelId="{426B5B6E-4A00-48B4-ACB7-B546D26344A1}" srcId="{DADF242A-8259-4010-858C-09E6BA5C94DC}" destId="{6C96E656-9A6F-432A-966E-9A544DCA8F09}" srcOrd="1" destOrd="0" parTransId="{DD9C2129-A6D0-42D4-9BA4-F3C9DE020C0A}" sibTransId="{788804A2-2FBF-4FEB-AD6B-08EC8E730710}"/>
    <dgm:cxn modelId="{FF9ED958-FCD7-4FCA-82C5-53A9DFCA57D8}" type="presOf" srcId="{6C96E656-9A6F-432A-966E-9A544DCA8F09}" destId="{55DD8D10-7AEC-4D98-993D-E65752F89746}" srcOrd="0" destOrd="1" presId="urn:microsoft.com/office/officeart/2018/2/layout/IconVerticalSolidList"/>
    <dgm:cxn modelId="{1456567B-44A4-4D8F-BBF5-FDB99C36820B}" type="presOf" srcId="{C8B62C3F-95F5-412F-8B89-94F1D37CAB46}" destId="{48BFCCBD-0764-4100-9641-E29995F55C0F}" srcOrd="0" destOrd="0" presId="urn:microsoft.com/office/officeart/2018/2/layout/IconVerticalSolidList"/>
    <dgm:cxn modelId="{F96E0790-4673-422C-A4D4-D75B5888BBFC}" srcId="{DADF242A-8259-4010-858C-09E6BA5C94DC}" destId="{79D80CDC-2C67-49C9-AD4A-85BE22961172}" srcOrd="0" destOrd="0" parTransId="{053FFA9D-81CD-4675-B65B-182031C3C881}" sibTransId="{109F9D0E-9A28-42FA-A15A-3FCFD6949372}"/>
    <dgm:cxn modelId="{1A1A4DBC-0775-45C5-9223-C58D96C3B4C1}" srcId="{A2D1DB5E-8BFD-401B-8CDE-53581B1FD48F}" destId="{C8B62C3F-95F5-412F-8B89-94F1D37CAB46}" srcOrd="2" destOrd="0" parTransId="{2FF165F7-0177-4A62-86C2-48B84E2A9D16}" sibTransId="{EA448F35-193D-4ED5-AA87-44314BC8C0D9}"/>
    <dgm:cxn modelId="{4F3945C2-7AA4-48BD-8FA4-9B931AC74B64}" type="presOf" srcId="{A2D1DB5E-8BFD-401B-8CDE-53581B1FD48F}" destId="{9B8A98B9-03C4-41A8-9D60-80B5894C09F5}" srcOrd="0" destOrd="0" presId="urn:microsoft.com/office/officeart/2018/2/layout/IconVerticalSolidList"/>
    <dgm:cxn modelId="{DE7B74D4-1D58-407F-9F32-85EFB1D0D650}" srcId="{DADF242A-8259-4010-858C-09E6BA5C94DC}" destId="{857B3E82-93E7-4FF6-8493-0334A5F1E5AA}" srcOrd="2" destOrd="0" parTransId="{21895942-0C9B-4AD1-A668-E6CC0003EB40}" sibTransId="{3E9823B5-DF76-4DD3-A163-4A1F100646E1}"/>
    <dgm:cxn modelId="{6AD1B7F4-1FC6-49AD-9FE8-5CECB02C51B6}" type="presOf" srcId="{B0C618BE-CE83-4C49-BDDD-16D89FDCD12B}" destId="{154646DA-8E1D-45C6-A10C-91E6E688B282}" srcOrd="0" destOrd="0" presId="urn:microsoft.com/office/officeart/2018/2/layout/IconVerticalSolidList"/>
    <dgm:cxn modelId="{991C87F7-F1B1-47E2-B422-829867782940}" type="presOf" srcId="{857B3E82-93E7-4FF6-8493-0334A5F1E5AA}" destId="{55DD8D10-7AEC-4D98-993D-E65752F89746}" srcOrd="0" destOrd="2" presId="urn:microsoft.com/office/officeart/2018/2/layout/IconVerticalSolidList"/>
    <dgm:cxn modelId="{70DA0E12-3560-4156-97F0-F41781D11E65}" type="presParOf" srcId="{9B8A98B9-03C4-41A8-9D60-80B5894C09F5}" destId="{D5502C42-C1EA-4506-B890-C89AD7F8406C}" srcOrd="0" destOrd="0" presId="urn:microsoft.com/office/officeart/2018/2/layout/IconVerticalSolidList"/>
    <dgm:cxn modelId="{5C9B010D-73E2-4AA6-B7F0-EA6FA86C0E52}" type="presParOf" srcId="{D5502C42-C1EA-4506-B890-C89AD7F8406C}" destId="{A4825FBB-A09E-460D-9ECE-5FBE94548BAD}" srcOrd="0" destOrd="0" presId="urn:microsoft.com/office/officeart/2018/2/layout/IconVerticalSolidList"/>
    <dgm:cxn modelId="{1387E111-A9E3-4B3B-A9DF-282DAB9FD1CD}" type="presParOf" srcId="{D5502C42-C1EA-4506-B890-C89AD7F8406C}" destId="{9DE4492B-32B2-4C72-AAFF-D1229456D739}" srcOrd="1" destOrd="0" presId="urn:microsoft.com/office/officeart/2018/2/layout/IconVerticalSolidList"/>
    <dgm:cxn modelId="{4D660045-85C3-46AB-8B48-012C5C9909D4}" type="presParOf" srcId="{D5502C42-C1EA-4506-B890-C89AD7F8406C}" destId="{F0B3B244-F06D-441D-B035-282AFEAE7348}" srcOrd="2" destOrd="0" presId="urn:microsoft.com/office/officeart/2018/2/layout/IconVerticalSolidList"/>
    <dgm:cxn modelId="{B10A6B20-E3DF-453A-9C45-CA7ECD93B34D}" type="presParOf" srcId="{D5502C42-C1EA-4506-B890-C89AD7F8406C}" destId="{CB10BA47-1D7B-4E04-A181-8A20B1949F91}" srcOrd="3" destOrd="0" presId="urn:microsoft.com/office/officeart/2018/2/layout/IconVerticalSolidList"/>
    <dgm:cxn modelId="{F35CC858-6609-4FF2-A098-F795A55A965D}" type="presParOf" srcId="{D5502C42-C1EA-4506-B890-C89AD7F8406C}" destId="{55DD8D10-7AEC-4D98-993D-E65752F89746}" srcOrd="4" destOrd="0" presId="urn:microsoft.com/office/officeart/2018/2/layout/IconVerticalSolidList"/>
    <dgm:cxn modelId="{CF548FDD-D227-4004-9BE1-7D2C872FE1A7}" type="presParOf" srcId="{9B8A98B9-03C4-41A8-9D60-80B5894C09F5}" destId="{9E7EA11B-A690-4522-B2D4-CAA52266AD4D}" srcOrd="1" destOrd="0" presId="urn:microsoft.com/office/officeart/2018/2/layout/IconVerticalSolidList"/>
    <dgm:cxn modelId="{EF4555CE-6D17-4F28-B5C8-5FF1F03C270C}" type="presParOf" srcId="{9B8A98B9-03C4-41A8-9D60-80B5894C09F5}" destId="{B5393E1C-160C-465B-AA93-8A54F3B28296}" srcOrd="2" destOrd="0" presId="urn:microsoft.com/office/officeart/2018/2/layout/IconVerticalSolidList"/>
    <dgm:cxn modelId="{17D3F5A2-63BA-4477-BDC5-C33C97C17578}" type="presParOf" srcId="{B5393E1C-160C-465B-AA93-8A54F3B28296}" destId="{EC85D748-2933-4536-BA45-FD4018371B7A}" srcOrd="0" destOrd="0" presId="urn:microsoft.com/office/officeart/2018/2/layout/IconVerticalSolidList"/>
    <dgm:cxn modelId="{3E35DEAE-CFC7-4FB7-BF90-5AD45E1A47CA}" type="presParOf" srcId="{B5393E1C-160C-465B-AA93-8A54F3B28296}" destId="{6FD7D2FD-7B3E-402B-AF11-2BF83B9DEF60}" srcOrd="1" destOrd="0" presId="urn:microsoft.com/office/officeart/2018/2/layout/IconVerticalSolidList"/>
    <dgm:cxn modelId="{2782D783-444B-43A2-93B0-AFD8FDD3BA0C}" type="presParOf" srcId="{B5393E1C-160C-465B-AA93-8A54F3B28296}" destId="{90B8D7A2-A730-4D7F-A456-0A518539E013}" srcOrd="2" destOrd="0" presId="urn:microsoft.com/office/officeart/2018/2/layout/IconVerticalSolidList"/>
    <dgm:cxn modelId="{4F808E97-1DB0-4891-9246-893A1625B1E8}" type="presParOf" srcId="{B5393E1C-160C-465B-AA93-8A54F3B28296}" destId="{154646DA-8E1D-45C6-A10C-91E6E688B282}" srcOrd="3" destOrd="0" presId="urn:microsoft.com/office/officeart/2018/2/layout/IconVerticalSolidList"/>
    <dgm:cxn modelId="{34B1711C-049D-47DF-80BB-DA755521ED89}" type="presParOf" srcId="{9B8A98B9-03C4-41A8-9D60-80B5894C09F5}" destId="{3A30C286-DBA5-46D3-B595-9749CC7B9816}" srcOrd="3" destOrd="0" presId="urn:microsoft.com/office/officeart/2018/2/layout/IconVerticalSolidList"/>
    <dgm:cxn modelId="{41697829-7346-4BA2-9294-F358D86FB04A}" type="presParOf" srcId="{9B8A98B9-03C4-41A8-9D60-80B5894C09F5}" destId="{CE94F1F7-8FA0-4917-9363-D32B26C7B1C0}" srcOrd="4" destOrd="0" presId="urn:microsoft.com/office/officeart/2018/2/layout/IconVerticalSolidList"/>
    <dgm:cxn modelId="{80A19677-29C8-40F5-A9EB-978E2928DF4A}" type="presParOf" srcId="{CE94F1F7-8FA0-4917-9363-D32B26C7B1C0}" destId="{7B429F3F-E166-4ECA-B952-77186BE65E13}" srcOrd="0" destOrd="0" presId="urn:microsoft.com/office/officeart/2018/2/layout/IconVerticalSolidList"/>
    <dgm:cxn modelId="{40477122-625F-4FE3-A7D7-B492EC79D472}" type="presParOf" srcId="{CE94F1F7-8FA0-4917-9363-D32B26C7B1C0}" destId="{15E9A73C-9464-4ECD-90AB-C554220D9FF4}" srcOrd="1" destOrd="0" presId="urn:microsoft.com/office/officeart/2018/2/layout/IconVerticalSolidList"/>
    <dgm:cxn modelId="{BE1BBB35-3B67-4AC3-BEEC-8A1D4DDEED7A}" type="presParOf" srcId="{CE94F1F7-8FA0-4917-9363-D32B26C7B1C0}" destId="{61DC3EBD-5C91-4087-B662-AF1C79A7A807}" srcOrd="2" destOrd="0" presId="urn:microsoft.com/office/officeart/2018/2/layout/IconVerticalSolidList"/>
    <dgm:cxn modelId="{015A31C4-05E1-41D9-B9A7-1A371DB52166}" type="presParOf" srcId="{CE94F1F7-8FA0-4917-9363-D32B26C7B1C0}" destId="{48BFCCBD-0764-4100-9641-E29995F55C0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3BA4135-D558-49F1-9945-AAAEF971DF32}" type="doc">
      <dgm:prSet loTypeId="urn:microsoft.com/office/officeart/2016/7/layout/VerticalSolidActionLis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7655B176-08DB-448C-8199-C580700C929D}">
      <dgm:prSet/>
      <dgm:spPr/>
      <dgm:t>
        <a:bodyPr/>
        <a:lstStyle/>
        <a:p>
          <a:r>
            <a:rPr lang="en-US"/>
            <a:t>Serve</a:t>
          </a:r>
        </a:p>
      </dgm:t>
    </dgm:pt>
    <dgm:pt modelId="{25F11560-762C-49B4-9E99-181A06333C88}" type="parTrans" cxnId="{EEABA3DC-962C-4720-A650-B4DA9B0122B4}">
      <dgm:prSet/>
      <dgm:spPr/>
      <dgm:t>
        <a:bodyPr/>
        <a:lstStyle/>
        <a:p>
          <a:endParaRPr lang="en-US"/>
        </a:p>
      </dgm:t>
    </dgm:pt>
    <dgm:pt modelId="{9EADF0B0-F0CE-462A-9A30-075C148E3B94}" type="sibTrans" cxnId="{EEABA3DC-962C-4720-A650-B4DA9B0122B4}">
      <dgm:prSet/>
      <dgm:spPr/>
      <dgm:t>
        <a:bodyPr/>
        <a:lstStyle/>
        <a:p>
          <a:endParaRPr lang="en-US"/>
        </a:p>
      </dgm:t>
    </dgm:pt>
    <dgm:pt modelId="{A0A725C1-D14F-43F3-9BD0-4BA9BA087182}">
      <dgm:prSet/>
      <dgm:spPr/>
      <dgm:t>
        <a:bodyPr/>
        <a:lstStyle/>
        <a:p>
          <a:r>
            <a:rPr lang="en-US"/>
            <a:t>Serve as the primary point of contact for assessment coordination in your college</a:t>
          </a:r>
        </a:p>
      </dgm:t>
    </dgm:pt>
    <dgm:pt modelId="{D56948F9-DF2D-4467-9391-D46D161AB1FB}" type="parTrans" cxnId="{C593AB96-4313-4FB2-B703-80028ABF42B8}">
      <dgm:prSet/>
      <dgm:spPr/>
      <dgm:t>
        <a:bodyPr/>
        <a:lstStyle/>
        <a:p>
          <a:endParaRPr lang="en-US"/>
        </a:p>
      </dgm:t>
    </dgm:pt>
    <dgm:pt modelId="{F5FA66B8-0268-48FE-905F-D65B6BDDC27C}" type="sibTrans" cxnId="{C593AB96-4313-4FB2-B703-80028ABF42B8}">
      <dgm:prSet/>
      <dgm:spPr/>
      <dgm:t>
        <a:bodyPr/>
        <a:lstStyle/>
        <a:p>
          <a:endParaRPr lang="en-US"/>
        </a:p>
      </dgm:t>
    </dgm:pt>
    <dgm:pt modelId="{2CE907A6-8E08-42B4-B82A-DA4D7B716C2C}">
      <dgm:prSet/>
      <dgm:spPr/>
      <dgm:t>
        <a:bodyPr/>
        <a:lstStyle/>
        <a:p>
          <a:r>
            <a:rPr lang="en-US"/>
            <a:t>Support</a:t>
          </a:r>
        </a:p>
      </dgm:t>
    </dgm:pt>
    <dgm:pt modelId="{779F3019-D236-41F1-AB5F-F863DD471609}" type="parTrans" cxnId="{78FEA6D2-1A3C-4B64-83E6-490442F270C5}">
      <dgm:prSet/>
      <dgm:spPr/>
      <dgm:t>
        <a:bodyPr/>
        <a:lstStyle/>
        <a:p>
          <a:endParaRPr lang="en-US"/>
        </a:p>
      </dgm:t>
    </dgm:pt>
    <dgm:pt modelId="{213C6825-4AE1-450E-AE2F-AEB8BB154D4E}" type="sibTrans" cxnId="{78FEA6D2-1A3C-4B64-83E6-490442F270C5}">
      <dgm:prSet/>
      <dgm:spPr/>
      <dgm:t>
        <a:bodyPr/>
        <a:lstStyle/>
        <a:p>
          <a:endParaRPr lang="en-US"/>
        </a:p>
      </dgm:t>
    </dgm:pt>
    <dgm:pt modelId="{A817266B-C164-4F93-8E0E-53794E07E7B7}">
      <dgm:prSet/>
      <dgm:spPr/>
      <dgm:t>
        <a:bodyPr/>
        <a:lstStyle/>
        <a:p>
          <a:r>
            <a:rPr lang="en-US"/>
            <a:t>Support departments in assessing ISLOs,  PSLOs, GPSLOs, GISLOs, and completing continuous improvement reports</a:t>
          </a:r>
        </a:p>
      </dgm:t>
    </dgm:pt>
    <dgm:pt modelId="{123CCA4B-FCE4-4E81-A447-2EBC0E6E6B18}" type="parTrans" cxnId="{C52F1B09-FF1A-4EE9-9693-64D680E70AF9}">
      <dgm:prSet/>
      <dgm:spPr/>
      <dgm:t>
        <a:bodyPr/>
        <a:lstStyle/>
        <a:p>
          <a:endParaRPr lang="en-US"/>
        </a:p>
      </dgm:t>
    </dgm:pt>
    <dgm:pt modelId="{6D834DD1-85DA-48BE-9C86-BE3656A62113}" type="sibTrans" cxnId="{C52F1B09-FF1A-4EE9-9693-64D680E70AF9}">
      <dgm:prSet/>
      <dgm:spPr/>
      <dgm:t>
        <a:bodyPr/>
        <a:lstStyle/>
        <a:p>
          <a:endParaRPr lang="en-US"/>
        </a:p>
      </dgm:t>
    </dgm:pt>
    <dgm:pt modelId="{ABEF034A-6B46-449C-8F8C-A5696C45AB70}">
      <dgm:prSet/>
      <dgm:spPr/>
      <dgm:t>
        <a:bodyPr/>
        <a:lstStyle/>
        <a:p>
          <a:r>
            <a:rPr lang="en-US"/>
            <a:t>Facilitate</a:t>
          </a:r>
        </a:p>
      </dgm:t>
    </dgm:pt>
    <dgm:pt modelId="{E699BC0C-F60D-4DD9-AAD6-C7ED42BF0A0E}" type="parTrans" cxnId="{6430AA3C-8E1B-451A-AA1B-6B802BA4B85F}">
      <dgm:prSet/>
      <dgm:spPr/>
      <dgm:t>
        <a:bodyPr/>
        <a:lstStyle/>
        <a:p>
          <a:endParaRPr lang="en-US"/>
        </a:p>
      </dgm:t>
    </dgm:pt>
    <dgm:pt modelId="{18C04B93-D1C9-46CC-A40E-512273EBCDD5}" type="sibTrans" cxnId="{6430AA3C-8E1B-451A-AA1B-6B802BA4B85F}">
      <dgm:prSet/>
      <dgm:spPr/>
      <dgm:t>
        <a:bodyPr/>
        <a:lstStyle/>
        <a:p>
          <a:endParaRPr lang="en-US"/>
        </a:p>
      </dgm:t>
    </dgm:pt>
    <dgm:pt modelId="{357E940B-695F-411E-AE02-5FF8F40AEEAD}">
      <dgm:prSet/>
      <dgm:spPr/>
      <dgm:t>
        <a:bodyPr/>
        <a:lstStyle/>
        <a:p>
          <a:r>
            <a:rPr lang="en-US"/>
            <a:t>Facilitate assessment labs and norming sessions</a:t>
          </a:r>
        </a:p>
      </dgm:t>
    </dgm:pt>
    <dgm:pt modelId="{9D92489D-E8C1-444D-A98F-C8D7EEA967C5}" type="parTrans" cxnId="{95B53DFB-FD4C-45E3-A65A-739EE73222BF}">
      <dgm:prSet/>
      <dgm:spPr/>
      <dgm:t>
        <a:bodyPr/>
        <a:lstStyle/>
        <a:p>
          <a:endParaRPr lang="en-US"/>
        </a:p>
      </dgm:t>
    </dgm:pt>
    <dgm:pt modelId="{CECB07A0-0B91-40A3-B5D9-2FD82B7DDBCA}" type="sibTrans" cxnId="{95B53DFB-FD4C-45E3-A65A-739EE73222BF}">
      <dgm:prSet/>
      <dgm:spPr/>
      <dgm:t>
        <a:bodyPr/>
        <a:lstStyle/>
        <a:p>
          <a:endParaRPr lang="en-US"/>
        </a:p>
      </dgm:t>
    </dgm:pt>
    <dgm:pt modelId="{8AD0AFA6-0612-4C90-B6C6-F0141A2B1F23}">
      <dgm:prSet/>
      <dgm:spPr/>
      <dgm:t>
        <a:bodyPr/>
        <a:lstStyle/>
        <a:p>
          <a:r>
            <a:rPr lang="en-US"/>
            <a:t>Track</a:t>
          </a:r>
        </a:p>
      </dgm:t>
    </dgm:pt>
    <dgm:pt modelId="{F1A0BEE4-F0E3-4744-8EF4-FA5C5719C267}" type="parTrans" cxnId="{AB0D011F-1697-47E7-AD41-AE509CD25018}">
      <dgm:prSet/>
      <dgm:spPr/>
      <dgm:t>
        <a:bodyPr/>
        <a:lstStyle/>
        <a:p>
          <a:endParaRPr lang="en-US"/>
        </a:p>
      </dgm:t>
    </dgm:pt>
    <dgm:pt modelId="{BBBB6426-905B-4BBD-B937-E4339AD8BD5F}" type="sibTrans" cxnId="{AB0D011F-1697-47E7-AD41-AE509CD25018}">
      <dgm:prSet/>
      <dgm:spPr/>
      <dgm:t>
        <a:bodyPr/>
        <a:lstStyle/>
        <a:p>
          <a:endParaRPr lang="en-US"/>
        </a:p>
      </dgm:t>
    </dgm:pt>
    <dgm:pt modelId="{8BA9D0E5-8669-4848-86CC-C90D4FBAE071}">
      <dgm:prSet/>
      <dgm:spPr/>
      <dgm:t>
        <a:bodyPr/>
        <a:lstStyle/>
        <a:p>
          <a:r>
            <a:rPr lang="en-US"/>
            <a:t>Track task completion and escalate unresolved issues</a:t>
          </a:r>
        </a:p>
      </dgm:t>
    </dgm:pt>
    <dgm:pt modelId="{73A27509-F78D-473E-A476-375FA2F02878}" type="parTrans" cxnId="{4A300629-5FAB-4838-8A01-C2EA99D66876}">
      <dgm:prSet/>
      <dgm:spPr/>
      <dgm:t>
        <a:bodyPr/>
        <a:lstStyle/>
        <a:p>
          <a:endParaRPr lang="en-US"/>
        </a:p>
      </dgm:t>
    </dgm:pt>
    <dgm:pt modelId="{7A3F8D4D-15A0-49C4-8149-8DEE37FB663A}" type="sibTrans" cxnId="{4A300629-5FAB-4838-8A01-C2EA99D66876}">
      <dgm:prSet/>
      <dgm:spPr/>
      <dgm:t>
        <a:bodyPr/>
        <a:lstStyle/>
        <a:p>
          <a:endParaRPr lang="en-US"/>
        </a:p>
      </dgm:t>
    </dgm:pt>
    <dgm:pt modelId="{EBA21722-5DFD-463C-B375-9AA13744B5BB}" type="pres">
      <dgm:prSet presAssocID="{43BA4135-D558-49F1-9945-AAAEF971DF32}" presName="Name0" presStyleCnt="0">
        <dgm:presLayoutVars>
          <dgm:dir/>
          <dgm:animLvl val="lvl"/>
          <dgm:resizeHandles val="exact"/>
        </dgm:presLayoutVars>
      </dgm:prSet>
      <dgm:spPr/>
    </dgm:pt>
    <dgm:pt modelId="{F03D085B-B93F-4774-A67B-3E4554755A9F}" type="pres">
      <dgm:prSet presAssocID="{7655B176-08DB-448C-8199-C580700C929D}" presName="linNode" presStyleCnt="0"/>
      <dgm:spPr/>
    </dgm:pt>
    <dgm:pt modelId="{B2BE5823-E805-4632-BFAA-4089C4BF37D4}" type="pres">
      <dgm:prSet presAssocID="{7655B176-08DB-448C-8199-C580700C929D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62218E94-5D46-433C-887B-880BA030DB37}" type="pres">
      <dgm:prSet presAssocID="{7655B176-08DB-448C-8199-C580700C929D}" presName="descendantText" presStyleLbl="alignAccFollowNode1" presStyleIdx="0" presStyleCnt="4">
        <dgm:presLayoutVars>
          <dgm:bulletEnabled/>
        </dgm:presLayoutVars>
      </dgm:prSet>
      <dgm:spPr/>
    </dgm:pt>
    <dgm:pt modelId="{8B9A3749-D56C-4B4B-8E9D-A2611456D7F5}" type="pres">
      <dgm:prSet presAssocID="{9EADF0B0-F0CE-462A-9A30-075C148E3B94}" presName="sp" presStyleCnt="0"/>
      <dgm:spPr/>
    </dgm:pt>
    <dgm:pt modelId="{029F4CF2-0FF8-487B-B0BC-36543D5DF941}" type="pres">
      <dgm:prSet presAssocID="{2CE907A6-8E08-42B4-B82A-DA4D7B716C2C}" presName="linNode" presStyleCnt="0"/>
      <dgm:spPr/>
    </dgm:pt>
    <dgm:pt modelId="{CAEAD3F3-CC34-40B9-A664-2CCECD46647A}" type="pres">
      <dgm:prSet presAssocID="{2CE907A6-8E08-42B4-B82A-DA4D7B716C2C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C843B03F-DDB2-4CBF-8EF8-A0858B421048}" type="pres">
      <dgm:prSet presAssocID="{2CE907A6-8E08-42B4-B82A-DA4D7B716C2C}" presName="descendantText" presStyleLbl="alignAccFollowNode1" presStyleIdx="1" presStyleCnt="4">
        <dgm:presLayoutVars>
          <dgm:bulletEnabled/>
        </dgm:presLayoutVars>
      </dgm:prSet>
      <dgm:spPr/>
    </dgm:pt>
    <dgm:pt modelId="{6B7B59D5-4262-4798-9D25-345010AD0C69}" type="pres">
      <dgm:prSet presAssocID="{213C6825-4AE1-450E-AE2F-AEB8BB154D4E}" presName="sp" presStyleCnt="0"/>
      <dgm:spPr/>
    </dgm:pt>
    <dgm:pt modelId="{719506D6-D512-4730-BAD7-83AC1983A785}" type="pres">
      <dgm:prSet presAssocID="{ABEF034A-6B46-449C-8F8C-A5696C45AB70}" presName="linNode" presStyleCnt="0"/>
      <dgm:spPr/>
    </dgm:pt>
    <dgm:pt modelId="{928025BC-F921-4047-A32F-C768DA851AC3}" type="pres">
      <dgm:prSet presAssocID="{ABEF034A-6B46-449C-8F8C-A5696C45AB70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9FCDD73A-B759-4342-8818-07835F11C244}" type="pres">
      <dgm:prSet presAssocID="{ABEF034A-6B46-449C-8F8C-A5696C45AB70}" presName="descendantText" presStyleLbl="alignAccFollowNode1" presStyleIdx="2" presStyleCnt="4">
        <dgm:presLayoutVars>
          <dgm:bulletEnabled/>
        </dgm:presLayoutVars>
      </dgm:prSet>
      <dgm:spPr/>
    </dgm:pt>
    <dgm:pt modelId="{72769AC0-6CED-46ED-90F2-6CFF36952EC7}" type="pres">
      <dgm:prSet presAssocID="{18C04B93-D1C9-46CC-A40E-512273EBCDD5}" presName="sp" presStyleCnt="0"/>
      <dgm:spPr/>
    </dgm:pt>
    <dgm:pt modelId="{F65BE198-8749-4CFD-B5A8-470A05BF1004}" type="pres">
      <dgm:prSet presAssocID="{8AD0AFA6-0612-4C90-B6C6-F0141A2B1F23}" presName="linNode" presStyleCnt="0"/>
      <dgm:spPr/>
    </dgm:pt>
    <dgm:pt modelId="{8ECF7D32-6D0F-4906-9F68-32EAEC882839}" type="pres">
      <dgm:prSet presAssocID="{8AD0AFA6-0612-4C90-B6C6-F0141A2B1F23}" presName="parentText" presStyleLbl="alignNode1" presStyleIdx="3" presStyleCnt="4">
        <dgm:presLayoutVars>
          <dgm:chMax val="1"/>
          <dgm:bulletEnabled/>
        </dgm:presLayoutVars>
      </dgm:prSet>
      <dgm:spPr/>
    </dgm:pt>
    <dgm:pt modelId="{6748C7F4-CED1-451D-BAE2-CFB760951E1E}" type="pres">
      <dgm:prSet presAssocID="{8AD0AFA6-0612-4C90-B6C6-F0141A2B1F23}" presName="descendantText" presStyleLbl="alignAccFollowNode1" presStyleIdx="3" presStyleCnt="4">
        <dgm:presLayoutVars>
          <dgm:bulletEnabled/>
        </dgm:presLayoutVars>
      </dgm:prSet>
      <dgm:spPr/>
    </dgm:pt>
  </dgm:ptLst>
  <dgm:cxnLst>
    <dgm:cxn modelId="{C52F1B09-FF1A-4EE9-9693-64D680E70AF9}" srcId="{2CE907A6-8E08-42B4-B82A-DA4D7B716C2C}" destId="{A817266B-C164-4F93-8E0E-53794E07E7B7}" srcOrd="0" destOrd="0" parTransId="{123CCA4B-FCE4-4E81-A447-2EBC0E6E6B18}" sibTransId="{6D834DD1-85DA-48BE-9C86-BE3656A62113}"/>
    <dgm:cxn modelId="{9A57F810-DDCA-407D-8981-E4ADF17A07A2}" type="presOf" srcId="{8BA9D0E5-8669-4848-86CC-C90D4FBAE071}" destId="{6748C7F4-CED1-451D-BAE2-CFB760951E1E}" srcOrd="0" destOrd="0" presId="urn:microsoft.com/office/officeart/2016/7/layout/VerticalSolidActionList"/>
    <dgm:cxn modelId="{AB0D011F-1697-47E7-AD41-AE509CD25018}" srcId="{43BA4135-D558-49F1-9945-AAAEF971DF32}" destId="{8AD0AFA6-0612-4C90-B6C6-F0141A2B1F23}" srcOrd="3" destOrd="0" parTransId="{F1A0BEE4-F0E3-4744-8EF4-FA5C5719C267}" sibTransId="{BBBB6426-905B-4BBD-B937-E4339AD8BD5F}"/>
    <dgm:cxn modelId="{72C8601F-532D-4E17-BE1A-9161C04C4323}" type="presOf" srcId="{2CE907A6-8E08-42B4-B82A-DA4D7B716C2C}" destId="{CAEAD3F3-CC34-40B9-A664-2CCECD46647A}" srcOrd="0" destOrd="0" presId="urn:microsoft.com/office/officeart/2016/7/layout/VerticalSolidActionList"/>
    <dgm:cxn modelId="{4A300629-5FAB-4838-8A01-C2EA99D66876}" srcId="{8AD0AFA6-0612-4C90-B6C6-F0141A2B1F23}" destId="{8BA9D0E5-8669-4848-86CC-C90D4FBAE071}" srcOrd="0" destOrd="0" parTransId="{73A27509-F78D-473E-A476-375FA2F02878}" sibTransId="{7A3F8D4D-15A0-49C4-8149-8DEE37FB663A}"/>
    <dgm:cxn modelId="{6430AA3C-8E1B-451A-AA1B-6B802BA4B85F}" srcId="{43BA4135-D558-49F1-9945-AAAEF971DF32}" destId="{ABEF034A-6B46-449C-8F8C-A5696C45AB70}" srcOrd="2" destOrd="0" parTransId="{E699BC0C-F60D-4DD9-AAD6-C7ED42BF0A0E}" sibTransId="{18C04B93-D1C9-46CC-A40E-512273EBCDD5}"/>
    <dgm:cxn modelId="{2F13ED5F-D70D-483E-82E2-17D60E25C67A}" type="presOf" srcId="{43BA4135-D558-49F1-9945-AAAEF971DF32}" destId="{EBA21722-5DFD-463C-B375-9AA13744B5BB}" srcOrd="0" destOrd="0" presId="urn:microsoft.com/office/officeart/2016/7/layout/VerticalSolidActionList"/>
    <dgm:cxn modelId="{5C49DD6F-60E8-41EA-9787-3F103BB9671C}" type="presOf" srcId="{8AD0AFA6-0612-4C90-B6C6-F0141A2B1F23}" destId="{8ECF7D32-6D0F-4906-9F68-32EAEC882839}" srcOrd="0" destOrd="0" presId="urn:microsoft.com/office/officeart/2016/7/layout/VerticalSolidActionList"/>
    <dgm:cxn modelId="{6E8B6D78-2254-46D8-8775-D0348FF94EA1}" type="presOf" srcId="{ABEF034A-6B46-449C-8F8C-A5696C45AB70}" destId="{928025BC-F921-4047-A32F-C768DA851AC3}" srcOrd="0" destOrd="0" presId="urn:microsoft.com/office/officeart/2016/7/layout/VerticalSolidActionList"/>
    <dgm:cxn modelId="{5190E18A-E5E5-4926-B148-F903D2A38077}" type="presOf" srcId="{A817266B-C164-4F93-8E0E-53794E07E7B7}" destId="{C843B03F-DDB2-4CBF-8EF8-A0858B421048}" srcOrd="0" destOrd="0" presId="urn:microsoft.com/office/officeart/2016/7/layout/VerticalSolidActionList"/>
    <dgm:cxn modelId="{C593AB96-4313-4FB2-B703-80028ABF42B8}" srcId="{7655B176-08DB-448C-8199-C580700C929D}" destId="{A0A725C1-D14F-43F3-9BD0-4BA9BA087182}" srcOrd="0" destOrd="0" parTransId="{D56948F9-DF2D-4467-9391-D46D161AB1FB}" sibTransId="{F5FA66B8-0268-48FE-905F-D65B6BDDC27C}"/>
    <dgm:cxn modelId="{AD1EAFA5-19CF-441B-A90A-14DA8D7159B6}" type="presOf" srcId="{A0A725C1-D14F-43F3-9BD0-4BA9BA087182}" destId="{62218E94-5D46-433C-887B-880BA030DB37}" srcOrd="0" destOrd="0" presId="urn:microsoft.com/office/officeart/2016/7/layout/VerticalSolidActionList"/>
    <dgm:cxn modelId="{18E5B5BD-025E-437D-AC1F-FFE4018A4E27}" type="presOf" srcId="{7655B176-08DB-448C-8199-C580700C929D}" destId="{B2BE5823-E805-4632-BFAA-4089C4BF37D4}" srcOrd="0" destOrd="0" presId="urn:microsoft.com/office/officeart/2016/7/layout/VerticalSolidActionList"/>
    <dgm:cxn modelId="{EE9170C8-6A4D-491F-9264-CF60D9883E6A}" type="presOf" srcId="{357E940B-695F-411E-AE02-5FF8F40AEEAD}" destId="{9FCDD73A-B759-4342-8818-07835F11C244}" srcOrd="0" destOrd="0" presId="urn:microsoft.com/office/officeart/2016/7/layout/VerticalSolidActionList"/>
    <dgm:cxn modelId="{78FEA6D2-1A3C-4B64-83E6-490442F270C5}" srcId="{43BA4135-D558-49F1-9945-AAAEF971DF32}" destId="{2CE907A6-8E08-42B4-B82A-DA4D7B716C2C}" srcOrd="1" destOrd="0" parTransId="{779F3019-D236-41F1-AB5F-F863DD471609}" sibTransId="{213C6825-4AE1-450E-AE2F-AEB8BB154D4E}"/>
    <dgm:cxn modelId="{EEABA3DC-962C-4720-A650-B4DA9B0122B4}" srcId="{43BA4135-D558-49F1-9945-AAAEF971DF32}" destId="{7655B176-08DB-448C-8199-C580700C929D}" srcOrd="0" destOrd="0" parTransId="{25F11560-762C-49B4-9E99-181A06333C88}" sibTransId="{9EADF0B0-F0CE-462A-9A30-075C148E3B94}"/>
    <dgm:cxn modelId="{95B53DFB-FD4C-45E3-A65A-739EE73222BF}" srcId="{ABEF034A-6B46-449C-8F8C-A5696C45AB70}" destId="{357E940B-695F-411E-AE02-5FF8F40AEEAD}" srcOrd="0" destOrd="0" parTransId="{9D92489D-E8C1-444D-A98F-C8D7EEA967C5}" sibTransId="{CECB07A0-0B91-40A3-B5D9-2FD82B7DDBCA}"/>
    <dgm:cxn modelId="{657B03C4-1E52-4FC6-BF8E-8471D2FED468}" type="presParOf" srcId="{EBA21722-5DFD-463C-B375-9AA13744B5BB}" destId="{F03D085B-B93F-4774-A67B-3E4554755A9F}" srcOrd="0" destOrd="0" presId="urn:microsoft.com/office/officeart/2016/7/layout/VerticalSolidActionList"/>
    <dgm:cxn modelId="{67BD9FC0-BAB8-47F2-B576-D5572825E9E2}" type="presParOf" srcId="{F03D085B-B93F-4774-A67B-3E4554755A9F}" destId="{B2BE5823-E805-4632-BFAA-4089C4BF37D4}" srcOrd="0" destOrd="0" presId="urn:microsoft.com/office/officeart/2016/7/layout/VerticalSolidActionList"/>
    <dgm:cxn modelId="{13AA16E8-5AFE-47BD-9B9C-0A1A0B0B1AA3}" type="presParOf" srcId="{F03D085B-B93F-4774-A67B-3E4554755A9F}" destId="{62218E94-5D46-433C-887B-880BA030DB37}" srcOrd="1" destOrd="0" presId="urn:microsoft.com/office/officeart/2016/7/layout/VerticalSolidActionList"/>
    <dgm:cxn modelId="{1DB93700-57A6-4728-B2DC-679B89B2F83F}" type="presParOf" srcId="{EBA21722-5DFD-463C-B375-9AA13744B5BB}" destId="{8B9A3749-D56C-4B4B-8E9D-A2611456D7F5}" srcOrd="1" destOrd="0" presId="urn:microsoft.com/office/officeart/2016/7/layout/VerticalSolidActionList"/>
    <dgm:cxn modelId="{5A492DC6-C42B-4F57-A3D1-85D83DBD9B8E}" type="presParOf" srcId="{EBA21722-5DFD-463C-B375-9AA13744B5BB}" destId="{029F4CF2-0FF8-487B-B0BC-36543D5DF941}" srcOrd="2" destOrd="0" presId="urn:microsoft.com/office/officeart/2016/7/layout/VerticalSolidActionList"/>
    <dgm:cxn modelId="{D05BD0D5-F50F-4475-9E6E-29557035118B}" type="presParOf" srcId="{029F4CF2-0FF8-487B-B0BC-36543D5DF941}" destId="{CAEAD3F3-CC34-40B9-A664-2CCECD46647A}" srcOrd="0" destOrd="0" presId="urn:microsoft.com/office/officeart/2016/7/layout/VerticalSolidActionList"/>
    <dgm:cxn modelId="{9DEEFD95-86DA-48A1-A97A-2D1AB2EABBF5}" type="presParOf" srcId="{029F4CF2-0FF8-487B-B0BC-36543D5DF941}" destId="{C843B03F-DDB2-4CBF-8EF8-A0858B421048}" srcOrd="1" destOrd="0" presId="urn:microsoft.com/office/officeart/2016/7/layout/VerticalSolidActionList"/>
    <dgm:cxn modelId="{2634821C-13F8-4767-AE11-E8EDD32D3F9D}" type="presParOf" srcId="{EBA21722-5DFD-463C-B375-9AA13744B5BB}" destId="{6B7B59D5-4262-4798-9D25-345010AD0C69}" srcOrd="3" destOrd="0" presId="urn:microsoft.com/office/officeart/2016/7/layout/VerticalSolidActionList"/>
    <dgm:cxn modelId="{92ED7463-3C6F-4F21-9174-E32BCFE7DEB0}" type="presParOf" srcId="{EBA21722-5DFD-463C-B375-9AA13744B5BB}" destId="{719506D6-D512-4730-BAD7-83AC1983A785}" srcOrd="4" destOrd="0" presId="urn:microsoft.com/office/officeart/2016/7/layout/VerticalSolidActionList"/>
    <dgm:cxn modelId="{C41274AD-2B10-48B7-8E48-38D95EBB04FD}" type="presParOf" srcId="{719506D6-D512-4730-BAD7-83AC1983A785}" destId="{928025BC-F921-4047-A32F-C768DA851AC3}" srcOrd="0" destOrd="0" presId="urn:microsoft.com/office/officeart/2016/7/layout/VerticalSolidActionList"/>
    <dgm:cxn modelId="{15400DD3-BF57-4513-9F9F-2487C5380C44}" type="presParOf" srcId="{719506D6-D512-4730-BAD7-83AC1983A785}" destId="{9FCDD73A-B759-4342-8818-07835F11C244}" srcOrd="1" destOrd="0" presId="urn:microsoft.com/office/officeart/2016/7/layout/VerticalSolidActionList"/>
    <dgm:cxn modelId="{FE6692C4-F71B-4BAE-AF89-6B0F55D135E2}" type="presParOf" srcId="{EBA21722-5DFD-463C-B375-9AA13744B5BB}" destId="{72769AC0-6CED-46ED-90F2-6CFF36952EC7}" srcOrd="5" destOrd="0" presId="urn:microsoft.com/office/officeart/2016/7/layout/VerticalSolidActionList"/>
    <dgm:cxn modelId="{06B77033-EB5F-4DBC-9B7E-DFAFAA0ED525}" type="presParOf" srcId="{EBA21722-5DFD-463C-B375-9AA13744B5BB}" destId="{F65BE198-8749-4CFD-B5A8-470A05BF1004}" srcOrd="6" destOrd="0" presId="urn:microsoft.com/office/officeart/2016/7/layout/VerticalSolidActionList"/>
    <dgm:cxn modelId="{F51D7C49-B36D-4AC8-998E-7B2437FDC1BA}" type="presParOf" srcId="{F65BE198-8749-4CFD-B5A8-470A05BF1004}" destId="{8ECF7D32-6D0F-4906-9F68-32EAEC882839}" srcOrd="0" destOrd="0" presId="urn:microsoft.com/office/officeart/2016/7/layout/VerticalSolidActionList"/>
    <dgm:cxn modelId="{69C81753-5B39-4546-80F3-42060E73BEAF}" type="presParOf" srcId="{F65BE198-8749-4CFD-B5A8-470A05BF1004}" destId="{6748C7F4-CED1-451D-BAE2-CFB760951E1E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3090173-7102-4E41-97F5-FEA75E702924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84CD90A1-41DC-471A-9127-953F36F8BF26}">
      <dgm:prSet/>
      <dgm:spPr/>
      <dgm:t>
        <a:bodyPr/>
        <a:lstStyle/>
        <a:p>
          <a:r>
            <a:rPr lang="en-US"/>
            <a:t>Bi-weekly updates via AMEE Flow and email</a:t>
          </a:r>
        </a:p>
      </dgm:t>
    </dgm:pt>
    <dgm:pt modelId="{E0537447-ED08-46B1-9A72-381B41C00C2D}" type="parTrans" cxnId="{F3069BD1-BBF3-487D-BA58-486AB836E21B}">
      <dgm:prSet/>
      <dgm:spPr/>
      <dgm:t>
        <a:bodyPr/>
        <a:lstStyle/>
        <a:p>
          <a:endParaRPr lang="en-US"/>
        </a:p>
      </dgm:t>
    </dgm:pt>
    <dgm:pt modelId="{3B1BC07E-1D43-46FD-A234-18355C598056}" type="sibTrans" cxnId="{F3069BD1-BBF3-487D-BA58-486AB836E21B}">
      <dgm:prSet/>
      <dgm:spPr/>
      <dgm:t>
        <a:bodyPr/>
        <a:lstStyle/>
        <a:p>
          <a:endParaRPr lang="en-US"/>
        </a:p>
      </dgm:t>
    </dgm:pt>
    <dgm:pt modelId="{D0D0CF32-931F-4E29-81D5-DFD0E0CBCFCC}">
      <dgm:prSet/>
      <dgm:spPr/>
      <dgm:t>
        <a:bodyPr/>
        <a:lstStyle/>
        <a:p>
          <a:r>
            <a:rPr lang="en-US"/>
            <a:t>Monthly or mid-semester college-level check-ins</a:t>
          </a:r>
        </a:p>
      </dgm:t>
    </dgm:pt>
    <dgm:pt modelId="{3DE93AB7-6BF3-42FA-AAF6-6E163CDF7063}" type="parTrans" cxnId="{65527E14-BE5D-4C4C-B7A8-125F0D66F8C5}">
      <dgm:prSet/>
      <dgm:spPr/>
      <dgm:t>
        <a:bodyPr/>
        <a:lstStyle/>
        <a:p>
          <a:endParaRPr lang="en-US"/>
        </a:p>
      </dgm:t>
    </dgm:pt>
    <dgm:pt modelId="{2F861B84-9B50-4575-BD46-EFFD89185E45}" type="sibTrans" cxnId="{65527E14-BE5D-4C4C-B7A8-125F0D66F8C5}">
      <dgm:prSet/>
      <dgm:spPr/>
      <dgm:t>
        <a:bodyPr/>
        <a:lstStyle/>
        <a:p>
          <a:endParaRPr lang="en-US"/>
        </a:p>
      </dgm:t>
    </dgm:pt>
    <dgm:pt modelId="{4081AC96-DC71-4762-9740-312D60BCB03A}">
      <dgm:prSet/>
      <dgm:spPr/>
      <dgm:t>
        <a:bodyPr/>
        <a:lstStyle/>
        <a:p>
          <a:r>
            <a:rPr lang="en-US"/>
            <a:t>Use AMEE Flow notifications for reminders and updates</a:t>
          </a:r>
        </a:p>
      </dgm:t>
    </dgm:pt>
    <dgm:pt modelId="{924C7D0C-0655-4EEF-BE49-B2DA1C25FCDB}" type="parTrans" cxnId="{A741520B-3B70-40F5-82DC-2D55EA9B3F0F}">
      <dgm:prSet/>
      <dgm:spPr/>
      <dgm:t>
        <a:bodyPr/>
        <a:lstStyle/>
        <a:p>
          <a:endParaRPr lang="en-US"/>
        </a:p>
      </dgm:t>
    </dgm:pt>
    <dgm:pt modelId="{78E8ABD2-67CA-440E-A24C-FA817939F58A}" type="sibTrans" cxnId="{A741520B-3B70-40F5-82DC-2D55EA9B3F0F}">
      <dgm:prSet/>
      <dgm:spPr/>
      <dgm:t>
        <a:bodyPr/>
        <a:lstStyle/>
        <a:p>
          <a:endParaRPr lang="en-US"/>
        </a:p>
      </dgm:t>
    </dgm:pt>
    <dgm:pt modelId="{2C459006-D799-4815-BA82-216364AFFD2C}">
      <dgm:prSet/>
      <dgm:spPr/>
      <dgm:t>
        <a:bodyPr/>
        <a:lstStyle/>
        <a:p>
          <a:r>
            <a:rPr lang="en-US"/>
            <a:t>Always include deadlines and support resources</a:t>
          </a:r>
        </a:p>
      </dgm:t>
    </dgm:pt>
    <dgm:pt modelId="{1BC5782F-90F2-42C4-A155-8A5576ADEE83}" type="parTrans" cxnId="{D85ED256-FF17-4297-A0E2-45A42A209D98}">
      <dgm:prSet/>
      <dgm:spPr/>
      <dgm:t>
        <a:bodyPr/>
        <a:lstStyle/>
        <a:p>
          <a:endParaRPr lang="en-US"/>
        </a:p>
      </dgm:t>
    </dgm:pt>
    <dgm:pt modelId="{B921DF39-66A7-449D-B828-7376B0AD71FF}" type="sibTrans" cxnId="{D85ED256-FF17-4297-A0E2-45A42A209D98}">
      <dgm:prSet/>
      <dgm:spPr/>
      <dgm:t>
        <a:bodyPr/>
        <a:lstStyle/>
        <a:p>
          <a:endParaRPr lang="en-US"/>
        </a:p>
      </dgm:t>
    </dgm:pt>
    <dgm:pt modelId="{C1780CE9-E527-471C-B06F-F01DEB01D2F5}" type="pres">
      <dgm:prSet presAssocID="{33090173-7102-4E41-97F5-FEA75E702924}" presName="vert0" presStyleCnt="0">
        <dgm:presLayoutVars>
          <dgm:dir/>
          <dgm:animOne val="branch"/>
          <dgm:animLvl val="lvl"/>
        </dgm:presLayoutVars>
      </dgm:prSet>
      <dgm:spPr/>
    </dgm:pt>
    <dgm:pt modelId="{E8FCADCA-D74F-46E7-8439-C97115449C6F}" type="pres">
      <dgm:prSet presAssocID="{84CD90A1-41DC-471A-9127-953F36F8BF26}" presName="thickLine" presStyleLbl="alignNode1" presStyleIdx="0" presStyleCnt="4"/>
      <dgm:spPr/>
    </dgm:pt>
    <dgm:pt modelId="{963FCE19-6715-421C-9424-5DB2BC343A0D}" type="pres">
      <dgm:prSet presAssocID="{84CD90A1-41DC-471A-9127-953F36F8BF26}" presName="horz1" presStyleCnt="0"/>
      <dgm:spPr/>
    </dgm:pt>
    <dgm:pt modelId="{6C88B404-1F0C-4CB4-860E-718BBE94F850}" type="pres">
      <dgm:prSet presAssocID="{84CD90A1-41DC-471A-9127-953F36F8BF26}" presName="tx1" presStyleLbl="revTx" presStyleIdx="0" presStyleCnt="4"/>
      <dgm:spPr/>
    </dgm:pt>
    <dgm:pt modelId="{3FA929F3-9DE9-4AA5-991E-6EC2DB94FF1A}" type="pres">
      <dgm:prSet presAssocID="{84CD90A1-41DC-471A-9127-953F36F8BF26}" presName="vert1" presStyleCnt="0"/>
      <dgm:spPr/>
    </dgm:pt>
    <dgm:pt modelId="{11A2E159-2022-496D-A68D-2588E64A6843}" type="pres">
      <dgm:prSet presAssocID="{D0D0CF32-931F-4E29-81D5-DFD0E0CBCFCC}" presName="thickLine" presStyleLbl="alignNode1" presStyleIdx="1" presStyleCnt="4"/>
      <dgm:spPr/>
    </dgm:pt>
    <dgm:pt modelId="{7C8A134E-1F07-4C66-A8E7-4E5ABD9D5583}" type="pres">
      <dgm:prSet presAssocID="{D0D0CF32-931F-4E29-81D5-DFD0E0CBCFCC}" presName="horz1" presStyleCnt="0"/>
      <dgm:spPr/>
    </dgm:pt>
    <dgm:pt modelId="{8279F85F-897D-45D4-B76F-914CC64E1E43}" type="pres">
      <dgm:prSet presAssocID="{D0D0CF32-931F-4E29-81D5-DFD0E0CBCFCC}" presName="tx1" presStyleLbl="revTx" presStyleIdx="1" presStyleCnt="4"/>
      <dgm:spPr/>
    </dgm:pt>
    <dgm:pt modelId="{7A98E936-186E-4614-8B2D-DB0C69EAC943}" type="pres">
      <dgm:prSet presAssocID="{D0D0CF32-931F-4E29-81D5-DFD0E0CBCFCC}" presName="vert1" presStyleCnt="0"/>
      <dgm:spPr/>
    </dgm:pt>
    <dgm:pt modelId="{4A039316-2E81-469A-A566-870650596811}" type="pres">
      <dgm:prSet presAssocID="{4081AC96-DC71-4762-9740-312D60BCB03A}" presName="thickLine" presStyleLbl="alignNode1" presStyleIdx="2" presStyleCnt="4"/>
      <dgm:spPr/>
    </dgm:pt>
    <dgm:pt modelId="{9C4493B3-0CCB-45CE-835D-A5B9E102A96E}" type="pres">
      <dgm:prSet presAssocID="{4081AC96-DC71-4762-9740-312D60BCB03A}" presName="horz1" presStyleCnt="0"/>
      <dgm:spPr/>
    </dgm:pt>
    <dgm:pt modelId="{8EB4D149-C222-4D4D-86AA-B37057E0750F}" type="pres">
      <dgm:prSet presAssocID="{4081AC96-DC71-4762-9740-312D60BCB03A}" presName="tx1" presStyleLbl="revTx" presStyleIdx="2" presStyleCnt="4"/>
      <dgm:spPr/>
    </dgm:pt>
    <dgm:pt modelId="{0470C695-F20F-4D54-9146-F0B6696B1907}" type="pres">
      <dgm:prSet presAssocID="{4081AC96-DC71-4762-9740-312D60BCB03A}" presName="vert1" presStyleCnt="0"/>
      <dgm:spPr/>
    </dgm:pt>
    <dgm:pt modelId="{0B3D25A6-071B-43FE-A40E-65891A5AA0F1}" type="pres">
      <dgm:prSet presAssocID="{2C459006-D799-4815-BA82-216364AFFD2C}" presName="thickLine" presStyleLbl="alignNode1" presStyleIdx="3" presStyleCnt="4"/>
      <dgm:spPr/>
    </dgm:pt>
    <dgm:pt modelId="{FBD93225-6EC0-47E1-988F-89EB196F765D}" type="pres">
      <dgm:prSet presAssocID="{2C459006-D799-4815-BA82-216364AFFD2C}" presName="horz1" presStyleCnt="0"/>
      <dgm:spPr/>
    </dgm:pt>
    <dgm:pt modelId="{0417AE2D-DD77-428E-B9D2-F00C793546E1}" type="pres">
      <dgm:prSet presAssocID="{2C459006-D799-4815-BA82-216364AFFD2C}" presName="tx1" presStyleLbl="revTx" presStyleIdx="3" presStyleCnt="4"/>
      <dgm:spPr/>
    </dgm:pt>
    <dgm:pt modelId="{C9EAB213-2F6E-4A15-83B6-EAB50624D4CA}" type="pres">
      <dgm:prSet presAssocID="{2C459006-D799-4815-BA82-216364AFFD2C}" presName="vert1" presStyleCnt="0"/>
      <dgm:spPr/>
    </dgm:pt>
  </dgm:ptLst>
  <dgm:cxnLst>
    <dgm:cxn modelId="{A741520B-3B70-40F5-82DC-2D55EA9B3F0F}" srcId="{33090173-7102-4E41-97F5-FEA75E702924}" destId="{4081AC96-DC71-4762-9740-312D60BCB03A}" srcOrd="2" destOrd="0" parTransId="{924C7D0C-0655-4EEF-BE49-B2DA1C25FCDB}" sibTransId="{78E8ABD2-67CA-440E-A24C-FA817939F58A}"/>
    <dgm:cxn modelId="{65527E14-BE5D-4C4C-B7A8-125F0D66F8C5}" srcId="{33090173-7102-4E41-97F5-FEA75E702924}" destId="{D0D0CF32-931F-4E29-81D5-DFD0E0CBCFCC}" srcOrd="1" destOrd="0" parTransId="{3DE93AB7-6BF3-42FA-AAF6-6E163CDF7063}" sibTransId="{2F861B84-9B50-4575-BD46-EFFD89185E45}"/>
    <dgm:cxn modelId="{A35BFD20-E30E-4167-B684-096AE14D9B32}" type="presOf" srcId="{D0D0CF32-931F-4E29-81D5-DFD0E0CBCFCC}" destId="{8279F85F-897D-45D4-B76F-914CC64E1E43}" srcOrd="0" destOrd="0" presId="urn:microsoft.com/office/officeart/2008/layout/LinedList"/>
    <dgm:cxn modelId="{22E5BB24-37CD-4743-A4FA-74D044457C3A}" type="presOf" srcId="{84CD90A1-41DC-471A-9127-953F36F8BF26}" destId="{6C88B404-1F0C-4CB4-860E-718BBE94F850}" srcOrd="0" destOrd="0" presId="urn:microsoft.com/office/officeart/2008/layout/LinedList"/>
    <dgm:cxn modelId="{1D2B2826-A738-4250-A679-858AE15C4F4C}" type="presOf" srcId="{33090173-7102-4E41-97F5-FEA75E702924}" destId="{C1780CE9-E527-471C-B06F-F01DEB01D2F5}" srcOrd="0" destOrd="0" presId="urn:microsoft.com/office/officeart/2008/layout/LinedList"/>
    <dgm:cxn modelId="{FAA40D2A-E9BC-4E8D-BE28-85C4FA5378A1}" type="presOf" srcId="{4081AC96-DC71-4762-9740-312D60BCB03A}" destId="{8EB4D149-C222-4D4D-86AA-B37057E0750F}" srcOrd="0" destOrd="0" presId="urn:microsoft.com/office/officeart/2008/layout/LinedList"/>
    <dgm:cxn modelId="{BA053D3B-DCBE-4F67-8D12-7073BC7F9D97}" type="presOf" srcId="{2C459006-D799-4815-BA82-216364AFFD2C}" destId="{0417AE2D-DD77-428E-B9D2-F00C793546E1}" srcOrd="0" destOrd="0" presId="urn:microsoft.com/office/officeart/2008/layout/LinedList"/>
    <dgm:cxn modelId="{D85ED256-FF17-4297-A0E2-45A42A209D98}" srcId="{33090173-7102-4E41-97F5-FEA75E702924}" destId="{2C459006-D799-4815-BA82-216364AFFD2C}" srcOrd="3" destOrd="0" parTransId="{1BC5782F-90F2-42C4-A155-8A5576ADEE83}" sibTransId="{B921DF39-66A7-449D-B828-7376B0AD71FF}"/>
    <dgm:cxn modelId="{F3069BD1-BBF3-487D-BA58-486AB836E21B}" srcId="{33090173-7102-4E41-97F5-FEA75E702924}" destId="{84CD90A1-41DC-471A-9127-953F36F8BF26}" srcOrd="0" destOrd="0" parTransId="{E0537447-ED08-46B1-9A72-381B41C00C2D}" sibTransId="{3B1BC07E-1D43-46FD-A234-18355C598056}"/>
    <dgm:cxn modelId="{846938F3-8D5F-4AD8-BD90-7ADD264AC122}" type="presParOf" srcId="{C1780CE9-E527-471C-B06F-F01DEB01D2F5}" destId="{E8FCADCA-D74F-46E7-8439-C97115449C6F}" srcOrd="0" destOrd="0" presId="urn:microsoft.com/office/officeart/2008/layout/LinedList"/>
    <dgm:cxn modelId="{68A05764-4F61-4E26-BD4D-6EB3A0A658BD}" type="presParOf" srcId="{C1780CE9-E527-471C-B06F-F01DEB01D2F5}" destId="{963FCE19-6715-421C-9424-5DB2BC343A0D}" srcOrd="1" destOrd="0" presId="urn:microsoft.com/office/officeart/2008/layout/LinedList"/>
    <dgm:cxn modelId="{5D8A06A2-105B-4669-A40B-B72C912FD616}" type="presParOf" srcId="{963FCE19-6715-421C-9424-5DB2BC343A0D}" destId="{6C88B404-1F0C-4CB4-860E-718BBE94F850}" srcOrd="0" destOrd="0" presId="urn:microsoft.com/office/officeart/2008/layout/LinedList"/>
    <dgm:cxn modelId="{11DE1C54-65A4-4795-BA67-FC67F01E50CD}" type="presParOf" srcId="{963FCE19-6715-421C-9424-5DB2BC343A0D}" destId="{3FA929F3-9DE9-4AA5-991E-6EC2DB94FF1A}" srcOrd="1" destOrd="0" presId="urn:microsoft.com/office/officeart/2008/layout/LinedList"/>
    <dgm:cxn modelId="{331703BE-D622-45BE-8AA5-5C2B6282D1AF}" type="presParOf" srcId="{C1780CE9-E527-471C-B06F-F01DEB01D2F5}" destId="{11A2E159-2022-496D-A68D-2588E64A6843}" srcOrd="2" destOrd="0" presId="urn:microsoft.com/office/officeart/2008/layout/LinedList"/>
    <dgm:cxn modelId="{F4DAF0A3-7F6D-40FC-8187-B98E7C033DC8}" type="presParOf" srcId="{C1780CE9-E527-471C-B06F-F01DEB01D2F5}" destId="{7C8A134E-1F07-4C66-A8E7-4E5ABD9D5583}" srcOrd="3" destOrd="0" presId="urn:microsoft.com/office/officeart/2008/layout/LinedList"/>
    <dgm:cxn modelId="{5DBED60E-F5CF-4809-A32A-359A8AC99E02}" type="presParOf" srcId="{7C8A134E-1F07-4C66-A8E7-4E5ABD9D5583}" destId="{8279F85F-897D-45D4-B76F-914CC64E1E43}" srcOrd="0" destOrd="0" presId="urn:microsoft.com/office/officeart/2008/layout/LinedList"/>
    <dgm:cxn modelId="{CDF98285-C71D-4677-BA33-77E2B09C6212}" type="presParOf" srcId="{7C8A134E-1F07-4C66-A8E7-4E5ABD9D5583}" destId="{7A98E936-186E-4614-8B2D-DB0C69EAC943}" srcOrd="1" destOrd="0" presId="urn:microsoft.com/office/officeart/2008/layout/LinedList"/>
    <dgm:cxn modelId="{B9A50D41-4416-455E-AC80-CAFA568D65D0}" type="presParOf" srcId="{C1780CE9-E527-471C-B06F-F01DEB01D2F5}" destId="{4A039316-2E81-469A-A566-870650596811}" srcOrd="4" destOrd="0" presId="urn:microsoft.com/office/officeart/2008/layout/LinedList"/>
    <dgm:cxn modelId="{0795FF53-6C35-4663-9C89-87D8D80DC4EC}" type="presParOf" srcId="{C1780CE9-E527-471C-B06F-F01DEB01D2F5}" destId="{9C4493B3-0CCB-45CE-835D-A5B9E102A96E}" srcOrd="5" destOrd="0" presId="urn:microsoft.com/office/officeart/2008/layout/LinedList"/>
    <dgm:cxn modelId="{94F35353-3267-4038-A717-6C7666F2C424}" type="presParOf" srcId="{9C4493B3-0CCB-45CE-835D-A5B9E102A96E}" destId="{8EB4D149-C222-4D4D-86AA-B37057E0750F}" srcOrd="0" destOrd="0" presId="urn:microsoft.com/office/officeart/2008/layout/LinedList"/>
    <dgm:cxn modelId="{ED37829A-72FC-4090-B6D3-704BED28BE25}" type="presParOf" srcId="{9C4493B3-0CCB-45CE-835D-A5B9E102A96E}" destId="{0470C695-F20F-4D54-9146-F0B6696B1907}" srcOrd="1" destOrd="0" presId="urn:microsoft.com/office/officeart/2008/layout/LinedList"/>
    <dgm:cxn modelId="{8FE824AE-7055-4290-A62B-039F5F0F52F1}" type="presParOf" srcId="{C1780CE9-E527-471C-B06F-F01DEB01D2F5}" destId="{0B3D25A6-071B-43FE-A40E-65891A5AA0F1}" srcOrd="6" destOrd="0" presId="urn:microsoft.com/office/officeart/2008/layout/LinedList"/>
    <dgm:cxn modelId="{4DDC0A50-12B2-43D8-B96D-983FFBDF78A1}" type="presParOf" srcId="{C1780CE9-E527-471C-B06F-F01DEB01D2F5}" destId="{FBD93225-6EC0-47E1-988F-89EB196F765D}" srcOrd="7" destOrd="0" presId="urn:microsoft.com/office/officeart/2008/layout/LinedList"/>
    <dgm:cxn modelId="{392DFACF-EAC5-4822-86E1-5A2051A496C1}" type="presParOf" srcId="{FBD93225-6EC0-47E1-988F-89EB196F765D}" destId="{0417AE2D-DD77-428E-B9D2-F00C793546E1}" srcOrd="0" destOrd="0" presId="urn:microsoft.com/office/officeart/2008/layout/LinedList"/>
    <dgm:cxn modelId="{405DDC6F-D554-4908-8FC7-CDC65F2CA94E}" type="presParOf" srcId="{FBD93225-6EC0-47E1-988F-89EB196F765D}" destId="{C9EAB213-2F6E-4A15-83B6-EAB50624D4C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825FBB-A09E-460D-9ECE-5FBE94548BAD}">
      <dsp:nvSpPr>
        <dsp:cNvPr id="0" name=""/>
        <dsp:cNvSpPr/>
      </dsp:nvSpPr>
      <dsp:spPr>
        <a:xfrm>
          <a:off x="0" y="531"/>
          <a:ext cx="78867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E4492B-32B2-4C72-AAFF-D1229456D739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10BA47-1D7B-4E04-A181-8A20B1949F91}">
      <dsp:nvSpPr>
        <dsp:cNvPr id="0" name=""/>
        <dsp:cNvSpPr/>
      </dsp:nvSpPr>
      <dsp:spPr>
        <a:xfrm>
          <a:off x="1437631" y="531"/>
          <a:ext cx="3549015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This year's focus: ISLOs being assessed across the campus </a:t>
          </a:r>
        </a:p>
      </dsp:txBody>
      <dsp:txXfrm>
        <a:off x="1437631" y="531"/>
        <a:ext cx="3549015" cy="1244702"/>
      </dsp:txXfrm>
    </dsp:sp>
    <dsp:sp modelId="{55DD8D10-7AEC-4D98-993D-E65752F89746}">
      <dsp:nvSpPr>
        <dsp:cNvPr id="0" name=""/>
        <dsp:cNvSpPr/>
      </dsp:nvSpPr>
      <dsp:spPr>
        <a:xfrm>
          <a:off x="4986646" y="531"/>
          <a:ext cx="2900053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ILO 2 Communication Written,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ILO 6 Information Literacy, and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GILO 3 Disposition/Ethics</a:t>
          </a:r>
        </a:p>
      </dsp:txBody>
      <dsp:txXfrm>
        <a:off x="4986646" y="531"/>
        <a:ext cx="2900053" cy="1244702"/>
      </dsp:txXfrm>
    </dsp:sp>
    <dsp:sp modelId="{EC85D748-2933-4536-BA45-FD4018371B7A}">
      <dsp:nvSpPr>
        <dsp:cNvPr id="0" name=""/>
        <dsp:cNvSpPr/>
      </dsp:nvSpPr>
      <dsp:spPr>
        <a:xfrm>
          <a:off x="0" y="1556410"/>
          <a:ext cx="78867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D7D2FD-7B3E-402B-AF11-2BF83B9DEF60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4646DA-8E1D-45C6-A10C-91E6E688B282}">
      <dsp:nvSpPr>
        <dsp:cNvPr id="0" name=""/>
        <dsp:cNvSpPr/>
      </dsp:nvSpPr>
      <dsp:spPr>
        <a:xfrm>
          <a:off x="1437631" y="1556410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PSLOs are available for departments wishing to assess program outcomes</a:t>
          </a:r>
        </a:p>
      </dsp:txBody>
      <dsp:txXfrm>
        <a:off x="1437631" y="1556410"/>
        <a:ext cx="6449068" cy="1244702"/>
      </dsp:txXfrm>
    </dsp:sp>
    <dsp:sp modelId="{7B429F3F-E166-4ECA-B952-77186BE65E13}">
      <dsp:nvSpPr>
        <dsp:cNvPr id="0" name=""/>
        <dsp:cNvSpPr/>
      </dsp:nvSpPr>
      <dsp:spPr>
        <a:xfrm>
          <a:off x="0" y="3112289"/>
          <a:ext cx="78867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E9A73C-9464-4ECD-90AB-C554220D9FF4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BFCCBD-0764-4100-9641-E29995F55C0F}">
      <dsp:nvSpPr>
        <dsp:cNvPr id="0" name=""/>
        <dsp:cNvSpPr/>
      </dsp:nvSpPr>
      <dsp:spPr>
        <a:xfrm>
          <a:off x="1437631" y="3112289"/>
          <a:ext cx="64490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Departments should ensure alignment maps are up to date before starting.</a:t>
          </a:r>
        </a:p>
      </dsp:txBody>
      <dsp:txXfrm>
        <a:off x="1437631" y="3112289"/>
        <a:ext cx="6449068" cy="12447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218E94-5D46-433C-887B-880BA030DB37}">
      <dsp:nvSpPr>
        <dsp:cNvPr id="0" name=""/>
        <dsp:cNvSpPr/>
      </dsp:nvSpPr>
      <dsp:spPr>
        <a:xfrm>
          <a:off x="1000024" y="2516"/>
          <a:ext cx="4000099" cy="1303561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613" tIns="331105" rIns="77613" bIns="331105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Serve as the primary point of contact for assessment coordination in your college</a:t>
          </a:r>
        </a:p>
      </dsp:txBody>
      <dsp:txXfrm>
        <a:off x="1000024" y="2516"/>
        <a:ext cx="4000099" cy="1303561"/>
      </dsp:txXfrm>
    </dsp:sp>
    <dsp:sp modelId="{B2BE5823-E805-4632-BFAA-4089C4BF37D4}">
      <dsp:nvSpPr>
        <dsp:cNvPr id="0" name=""/>
        <dsp:cNvSpPr/>
      </dsp:nvSpPr>
      <dsp:spPr>
        <a:xfrm>
          <a:off x="0" y="2516"/>
          <a:ext cx="1000024" cy="1303561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2918" tIns="128763" rIns="52918" bIns="128763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Serve</a:t>
          </a:r>
        </a:p>
      </dsp:txBody>
      <dsp:txXfrm>
        <a:off x="0" y="2516"/>
        <a:ext cx="1000024" cy="1303561"/>
      </dsp:txXfrm>
    </dsp:sp>
    <dsp:sp modelId="{C843B03F-DDB2-4CBF-8EF8-A0858B421048}">
      <dsp:nvSpPr>
        <dsp:cNvPr id="0" name=""/>
        <dsp:cNvSpPr/>
      </dsp:nvSpPr>
      <dsp:spPr>
        <a:xfrm>
          <a:off x="1000024" y="1384291"/>
          <a:ext cx="4000099" cy="1303561"/>
        </a:xfrm>
        <a:prstGeom prst="rect">
          <a:avLst/>
        </a:prstGeom>
        <a:solidFill>
          <a:schemeClr val="accent5">
            <a:tint val="40000"/>
            <a:alpha val="90000"/>
            <a:hueOff val="-3580161"/>
            <a:satOff val="16084"/>
            <a:lumOff val="1106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3580161"/>
              <a:satOff val="16084"/>
              <a:lumOff val="1106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613" tIns="331105" rIns="77613" bIns="331105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Support departments in assessing ISLOs,  PSLOs, GPSLOs, GISLOs, and completing continuous improvement reports</a:t>
          </a:r>
        </a:p>
      </dsp:txBody>
      <dsp:txXfrm>
        <a:off x="1000024" y="1384291"/>
        <a:ext cx="4000099" cy="1303561"/>
      </dsp:txXfrm>
    </dsp:sp>
    <dsp:sp modelId="{CAEAD3F3-CC34-40B9-A664-2CCECD46647A}">
      <dsp:nvSpPr>
        <dsp:cNvPr id="0" name=""/>
        <dsp:cNvSpPr/>
      </dsp:nvSpPr>
      <dsp:spPr>
        <a:xfrm>
          <a:off x="0" y="1384291"/>
          <a:ext cx="1000024" cy="1303561"/>
        </a:xfrm>
        <a:prstGeom prst="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3311292"/>
              <a:satOff val="13270"/>
              <a:lumOff val="287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2918" tIns="128763" rIns="52918" bIns="128763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Support</a:t>
          </a:r>
        </a:p>
      </dsp:txBody>
      <dsp:txXfrm>
        <a:off x="0" y="1384291"/>
        <a:ext cx="1000024" cy="1303561"/>
      </dsp:txXfrm>
    </dsp:sp>
    <dsp:sp modelId="{9FCDD73A-B759-4342-8818-07835F11C244}">
      <dsp:nvSpPr>
        <dsp:cNvPr id="0" name=""/>
        <dsp:cNvSpPr/>
      </dsp:nvSpPr>
      <dsp:spPr>
        <a:xfrm>
          <a:off x="1000024" y="2766066"/>
          <a:ext cx="4000099" cy="1303561"/>
        </a:xfrm>
        <a:prstGeom prst="rect">
          <a:avLst/>
        </a:prstGeom>
        <a:solidFill>
          <a:schemeClr val="accent5">
            <a:tint val="40000"/>
            <a:alpha val="90000"/>
            <a:hueOff val="-7160321"/>
            <a:satOff val="32169"/>
            <a:lumOff val="2211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7160321"/>
              <a:satOff val="32169"/>
              <a:lumOff val="2211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613" tIns="331105" rIns="77613" bIns="331105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Facilitate assessment labs and norming sessions</a:t>
          </a:r>
        </a:p>
      </dsp:txBody>
      <dsp:txXfrm>
        <a:off x="1000024" y="2766066"/>
        <a:ext cx="4000099" cy="1303561"/>
      </dsp:txXfrm>
    </dsp:sp>
    <dsp:sp modelId="{928025BC-F921-4047-A32F-C768DA851AC3}">
      <dsp:nvSpPr>
        <dsp:cNvPr id="0" name=""/>
        <dsp:cNvSpPr/>
      </dsp:nvSpPr>
      <dsp:spPr>
        <a:xfrm>
          <a:off x="0" y="2766066"/>
          <a:ext cx="1000024" cy="1303561"/>
        </a:xfrm>
        <a:prstGeom prst="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6622584"/>
              <a:satOff val="26541"/>
              <a:lumOff val="5752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2918" tIns="128763" rIns="52918" bIns="128763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Facilitate</a:t>
          </a:r>
        </a:p>
      </dsp:txBody>
      <dsp:txXfrm>
        <a:off x="0" y="2766066"/>
        <a:ext cx="1000024" cy="1303561"/>
      </dsp:txXfrm>
    </dsp:sp>
    <dsp:sp modelId="{6748C7F4-CED1-451D-BAE2-CFB760951E1E}">
      <dsp:nvSpPr>
        <dsp:cNvPr id="0" name=""/>
        <dsp:cNvSpPr/>
      </dsp:nvSpPr>
      <dsp:spPr>
        <a:xfrm>
          <a:off x="1000024" y="4147841"/>
          <a:ext cx="4000099" cy="1303561"/>
        </a:xfrm>
        <a:prstGeom prst="rect">
          <a:avLst/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-10740482"/>
              <a:satOff val="48253"/>
              <a:lumOff val="3317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7613" tIns="331105" rIns="77613" bIns="331105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Track task completion and escalate unresolved issues</a:t>
          </a:r>
        </a:p>
      </dsp:txBody>
      <dsp:txXfrm>
        <a:off x="1000024" y="4147841"/>
        <a:ext cx="4000099" cy="1303561"/>
      </dsp:txXfrm>
    </dsp:sp>
    <dsp:sp modelId="{8ECF7D32-6D0F-4906-9F68-32EAEC882839}">
      <dsp:nvSpPr>
        <dsp:cNvPr id="0" name=""/>
        <dsp:cNvSpPr/>
      </dsp:nvSpPr>
      <dsp:spPr>
        <a:xfrm>
          <a:off x="0" y="4147841"/>
          <a:ext cx="1000024" cy="1303561"/>
        </a:xfrm>
        <a:prstGeom prst="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-9933876"/>
              <a:satOff val="39811"/>
              <a:lumOff val="862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2918" tIns="128763" rIns="52918" bIns="128763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Track</a:t>
          </a:r>
        </a:p>
      </dsp:txBody>
      <dsp:txXfrm>
        <a:off x="0" y="4147841"/>
        <a:ext cx="1000024" cy="130356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FCADCA-D74F-46E7-8439-C97115449C6F}">
      <dsp:nvSpPr>
        <dsp:cNvPr id="0" name=""/>
        <dsp:cNvSpPr/>
      </dsp:nvSpPr>
      <dsp:spPr>
        <a:xfrm>
          <a:off x="0" y="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C88B404-1F0C-4CB4-860E-718BBE94F850}">
      <dsp:nvSpPr>
        <dsp:cNvPr id="0" name=""/>
        <dsp:cNvSpPr/>
      </dsp:nvSpPr>
      <dsp:spPr>
        <a:xfrm>
          <a:off x="0" y="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Bi-weekly updates via AMEE Flow and email</a:t>
          </a:r>
        </a:p>
      </dsp:txBody>
      <dsp:txXfrm>
        <a:off x="0" y="0"/>
        <a:ext cx="5000124" cy="1363480"/>
      </dsp:txXfrm>
    </dsp:sp>
    <dsp:sp modelId="{11A2E159-2022-496D-A68D-2588E64A6843}">
      <dsp:nvSpPr>
        <dsp:cNvPr id="0" name=""/>
        <dsp:cNvSpPr/>
      </dsp:nvSpPr>
      <dsp:spPr>
        <a:xfrm>
          <a:off x="0" y="136348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279F85F-897D-45D4-B76F-914CC64E1E43}">
      <dsp:nvSpPr>
        <dsp:cNvPr id="0" name=""/>
        <dsp:cNvSpPr/>
      </dsp:nvSpPr>
      <dsp:spPr>
        <a:xfrm>
          <a:off x="0" y="136348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Monthly or mid-semester college-level check-ins</a:t>
          </a:r>
        </a:p>
      </dsp:txBody>
      <dsp:txXfrm>
        <a:off x="0" y="1363480"/>
        <a:ext cx="5000124" cy="1363480"/>
      </dsp:txXfrm>
    </dsp:sp>
    <dsp:sp modelId="{4A039316-2E81-469A-A566-870650596811}">
      <dsp:nvSpPr>
        <dsp:cNvPr id="0" name=""/>
        <dsp:cNvSpPr/>
      </dsp:nvSpPr>
      <dsp:spPr>
        <a:xfrm>
          <a:off x="0" y="272696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EB4D149-C222-4D4D-86AA-B37057E0750F}">
      <dsp:nvSpPr>
        <dsp:cNvPr id="0" name=""/>
        <dsp:cNvSpPr/>
      </dsp:nvSpPr>
      <dsp:spPr>
        <a:xfrm>
          <a:off x="0" y="272696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Use AMEE Flow notifications for reminders and updates</a:t>
          </a:r>
        </a:p>
      </dsp:txBody>
      <dsp:txXfrm>
        <a:off x="0" y="2726960"/>
        <a:ext cx="5000124" cy="1363480"/>
      </dsp:txXfrm>
    </dsp:sp>
    <dsp:sp modelId="{0B3D25A6-071B-43FE-A40E-65891A5AA0F1}">
      <dsp:nvSpPr>
        <dsp:cNvPr id="0" name=""/>
        <dsp:cNvSpPr/>
      </dsp:nvSpPr>
      <dsp:spPr>
        <a:xfrm>
          <a:off x="0" y="4090440"/>
          <a:ext cx="5000124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417AE2D-DD77-428E-B9D2-F00C793546E1}">
      <dsp:nvSpPr>
        <dsp:cNvPr id="0" name=""/>
        <dsp:cNvSpPr/>
      </dsp:nvSpPr>
      <dsp:spPr>
        <a:xfrm>
          <a:off x="0" y="409044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Always include deadlines and support resources</a:t>
          </a:r>
        </a:p>
      </dsp:txBody>
      <dsp:txXfrm>
        <a:off x="0" y="4090440"/>
        <a:ext cx="5000124" cy="13634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351564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0056" y="992094"/>
            <a:ext cx="2712684" cy="2795160"/>
          </a:xfrm>
        </p:spPr>
        <p:txBody>
          <a:bodyPr>
            <a:normAutofit/>
          </a:bodyPr>
          <a:lstStyle/>
          <a:p>
            <a:r>
              <a:rPr lang="en-US" sz="3800"/>
              <a:t>Assessment Kick-Off Meeting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7215" y="4121253"/>
            <a:ext cx="2344003" cy="1136843"/>
          </a:xfrm>
        </p:spPr>
        <p:txBody>
          <a:bodyPr>
            <a:normAutofit/>
          </a:bodyPr>
          <a:lstStyle/>
          <a:p>
            <a:r>
              <a:rPr lang="en-US" sz="1600" dirty="0"/>
              <a:t>Launching the Academic Year • AMEE Flow • CAL Support</a:t>
            </a:r>
          </a:p>
        </p:txBody>
      </p:sp>
      <p:pic>
        <p:nvPicPr>
          <p:cNvPr id="5" name="Picture 4" descr="A red and white logo&#10;&#10;AI-generated content may be incorrect.">
            <a:extLst>
              <a:ext uri="{FF2B5EF4-FFF2-40B4-BE49-F238E27FC236}">
                <a16:creationId xmlns:a16="http://schemas.microsoft.com/office/drawing/2014/main" id="{C6183AEB-1FF8-5F4F-0766-44F1992F6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813" y="1300028"/>
            <a:ext cx="4281487" cy="42279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Purpose of the Kick-Off Meeting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35481" y="591344"/>
            <a:ext cx="5179868" cy="5585619"/>
          </a:xfrm>
        </p:spPr>
        <p:txBody>
          <a:bodyPr anchor="ctr">
            <a:normAutofit/>
          </a:bodyPr>
          <a:lstStyle/>
          <a:p>
            <a:endParaRPr/>
          </a:p>
          <a:p>
            <a:r>
              <a:t>Launch the new academic year’s assessment cycle</a:t>
            </a:r>
          </a:p>
          <a:p>
            <a:r>
              <a:t>Introduce the CAL role and responsibilities</a:t>
            </a:r>
          </a:p>
          <a:p>
            <a:r>
              <a:t>Share ISLOs and PSLOs being assessed</a:t>
            </a:r>
          </a:p>
          <a:p>
            <a:r>
              <a:t>Outline communication expectations and timelines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100"/>
              <a:t>Institutional and Program Learning Outcomes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DDCAB18-208A-FC6A-8085-FA8E893FDA3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5785250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Role of the College Assessment Lead (CAL)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F9BC3FC-783A-CC8E-C791-EF8FE4C085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2230995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2500">
                <a:solidFill>
                  <a:srgbClr val="FFFFFF"/>
                </a:solidFill>
              </a:rPr>
              <a:t>Communication Strategies and Timeline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42AC94-27AA-3714-63FC-969F1F795F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4049491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5299" y="548464"/>
            <a:ext cx="5098906" cy="1675623"/>
          </a:xfrm>
        </p:spPr>
        <p:txBody>
          <a:bodyPr anchor="b">
            <a:normAutofit/>
          </a:bodyPr>
          <a:lstStyle/>
          <a:p>
            <a:r>
              <a:rPr lang="en-US" sz="3500" dirty="0"/>
              <a:t>Next Steps After This Meeting</a:t>
            </a:r>
          </a:p>
        </p:txBody>
      </p:sp>
      <p:pic>
        <p:nvPicPr>
          <p:cNvPr id="5" name="Picture 4" descr="Empty office area">
            <a:extLst>
              <a:ext uri="{FF2B5EF4-FFF2-40B4-BE49-F238E27FC236}">
                <a16:creationId xmlns:a16="http://schemas.microsoft.com/office/drawing/2014/main" id="{B122BB0F-D43F-78AC-B4EC-C6D72789DF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694" r="25671" b="-1"/>
          <a:stretch>
            <a:fillRect/>
          </a:stretch>
        </p:blipFill>
        <p:spPr>
          <a:xfrm>
            <a:off x="20" y="10"/>
            <a:ext cx="3147352" cy="6857990"/>
          </a:xfrm>
          <a:prstGeom prst="rect">
            <a:avLst/>
          </a:prstGeom>
          <a:effectLst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15300" y="2409830"/>
            <a:ext cx="5098904" cy="3705217"/>
          </a:xfrm>
        </p:spPr>
        <p:txBody>
          <a:bodyPr>
            <a:normAutofit/>
          </a:bodyPr>
          <a:lstStyle/>
          <a:p>
            <a:endParaRPr lang="en-US" sz="1700" dirty="0"/>
          </a:p>
          <a:p>
            <a:r>
              <a:rPr lang="en-US" sz="1700" dirty="0"/>
              <a:t>Meet with departments to begin course sampling conversations</a:t>
            </a:r>
          </a:p>
          <a:p>
            <a:r>
              <a:rPr lang="en-US" sz="1700" dirty="0"/>
              <a:t>Provide access to program alignment maps and strategic plans in Box</a:t>
            </a:r>
          </a:p>
          <a:p>
            <a:r>
              <a:rPr lang="en-US" sz="1700" dirty="0"/>
              <a:t>Invite Chairs/designees to AMEE Flow as reviewers/approvers</a:t>
            </a:r>
          </a:p>
          <a:p>
            <a:r>
              <a:rPr lang="en-US" sz="1700" dirty="0"/>
              <a:t>Schedule onboarding and assessment lab sessions with faculty assessors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225</Words>
  <Application>Microsoft Office PowerPoint</Application>
  <PresentationFormat>On-screen Show (4:3)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Assessment Kick-Off Meeting</vt:lpstr>
      <vt:lpstr>Purpose of the Kick-Off Meeting</vt:lpstr>
      <vt:lpstr>Institutional and Program Learning Outcomes</vt:lpstr>
      <vt:lpstr>Role of the College Assessment Lead (CAL)</vt:lpstr>
      <vt:lpstr>Communication Strategies and Timeline</vt:lpstr>
      <vt:lpstr>Next Steps After This Meeting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Sakile Camara</dc:creator>
  <cp:keywords/>
  <dc:description>generated using python-pptx</dc:description>
  <cp:lastModifiedBy>Sakile Camara</cp:lastModifiedBy>
  <cp:revision>2</cp:revision>
  <dcterms:created xsi:type="dcterms:W3CDTF">2013-01-27T09:14:16Z</dcterms:created>
  <dcterms:modified xsi:type="dcterms:W3CDTF">2025-07-25T21:43:32Z</dcterms:modified>
  <cp:category/>
</cp:coreProperties>
</file>